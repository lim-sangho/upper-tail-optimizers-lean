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6EAC9-FCB5-4F3E-BD7D-6C5ED7B0F4B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AECAB-4F15-4FE4-94DF-81F5041076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35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AECAB-4F15-4FE4-94DF-81F5041076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42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72E94-9EE9-E832-BBD0-D217D5EB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51AAD0-3CB7-B8E3-6D7F-64206E0C4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330B44-EBA4-6849-D1AA-22BF9FAD3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CC0969-643C-A91E-F0A1-0AE6F1DBD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AECAB-4F15-4FE4-94DF-81F50410768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14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99449-BF7D-A0E7-3A4D-34DB4B56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237015-5F85-9A5D-7C62-D58C70BEA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BF9C48-53AB-4663-1F58-FDE7E13E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32CAB-5956-9DD8-3FC9-E7673B484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92556-6F05-C42F-8DEB-B2A087D7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3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15BBC-35DF-64C1-E5A6-99114C38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4D9730-92F0-DCFD-E3AC-2D3D95FE8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95987-A794-D125-788A-46D31182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F74546-0B5D-2DC2-E362-AC29EAF2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5D60C5-2449-9FB6-FADF-5E947EEB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2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48C7C-B75F-3E07-4CDE-E91C1E48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4F2149-D2A0-8405-257B-89B1E21EE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A8FD15-0AFC-8B65-22DF-B8A5AE19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D65B13-52B0-DB78-A07E-B07FF000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0E2628-369F-7EFA-D46F-E52A10F6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45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1C207-C20C-363A-E96F-F7377964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1187E2-FC00-3A0C-4939-8751434BB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71CAF5-E22D-995C-2C17-09323EDC5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844976-6A58-F9EB-4486-DF47062C8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1C1D3D-0DA2-A0D3-0E4F-AF3299F1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60887-07CF-1A94-5A62-A5DF7A1E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85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32E3A-A1C6-F13D-23EF-61DB7FDCB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683C1D-4A63-7E76-9FF6-98BA8AF2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37BB95-678B-8A9B-AD38-CC445633C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2A37A7-62C4-6F2E-F219-F127B3AF6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BD16F1-0075-EF28-D90D-7A3EF6B8A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7C74E18-2F50-5B39-E692-657D47CC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529EEB-8B9F-3F85-79D1-8EC7E509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6F408F-EE5E-013A-9778-C6AE0CD6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69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15237-7902-6445-4FAF-AEA24BE1D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B533A3-1D00-93D4-97AD-97DE7220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CC6717-8C91-4252-30ED-6B5407AF5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780E34-65CE-CFDE-62B7-B6942937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86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4FB6B3-0DE0-467B-A044-FB9507B7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15137A-752A-15C5-6C7D-46AA4F57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BF4C8B-C712-45FA-E2E7-7F81194F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766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3BE36-431A-4DE8-99BF-E96995CB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B5A0F-D60E-25EB-7283-7E101504D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FED3A9-76BC-ACE7-F245-FE0A7B280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C1B081-8E7A-695B-D202-301F0366A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FEC7D6-0879-8E38-5A7C-2CFD89F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105710-88C6-7863-9517-D07AE7F4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39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B2441-A129-1A1B-4DA9-56798938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0EB092-CD2A-4973-64F9-C0A88EA4B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EF4E2E-A8E5-DFA3-55DF-DC5A3880F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FE36E8-F067-205B-A37C-9C6C6F2E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B8519F-F0FB-5C2A-D17C-D8D360076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C399A1-A2B6-1D64-FF96-F6E9B802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8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4FE83-DA4B-0AE4-CB7C-46C94B37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BAB21A-7905-A41D-A409-CB6ABF77B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8B183F-9CE1-554A-6EBB-BEF7C8D7B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E6A578-59A6-FDA9-C125-66914FA1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0704CC-6E45-D35A-0F19-FE877D77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94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151CEA-F841-A047-6BA2-71B493F4A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52F900-36CC-2850-9F62-9B2B5EF99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7B22D4-809A-C17E-BDF8-9022F77B7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A153CA-6D43-7595-09FD-33F64846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73F0CA-0065-4036-8649-5588661C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83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EC2317-0770-3AC2-4542-6B399A97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369760-0F7C-4E5F-F9CB-658F6EB24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53EE7-F729-EB8E-E400-700185B4C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95824-451E-4456-95B5-2ACCE9690EE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925A95-C140-1715-19A4-D6D031077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D924BD-8496-8D98-3941-8C3613909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1A339-9F08-49D8-BC00-16673AB1B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94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7342E523-309E-70F4-599F-73D8104FB1D1}"/>
              </a:ext>
            </a:extLst>
          </p:cNvPr>
          <p:cNvGrpSpPr/>
          <p:nvPr/>
        </p:nvGrpSpPr>
        <p:grpSpPr>
          <a:xfrm>
            <a:off x="754923" y="618168"/>
            <a:ext cx="10491127" cy="2447829"/>
            <a:chOff x="754923" y="618168"/>
            <a:chExt cx="10491127" cy="24478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65AE57C-B9E0-D6E7-F633-75CC84A3F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09" t="4256" r="13940" b="9047"/>
            <a:stretch>
              <a:fillRect/>
            </a:stretch>
          </p:blipFill>
          <p:spPr>
            <a:xfrm>
              <a:off x="5846752" y="901652"/>
              <a:ext cx="1958650" cy="1906622"/>
            </a:xfrm>
            <a:prstGeom prst="rect">
              <a:avLst/>
            </a:prstGeom>
          </p:spPr>
        </p:pic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3F469B1-9766-EA7C-8562-F1A6DE43753F}"/>
                </a:ext>
              </a:extLst>
            </p:cNvPr>
            <p:cNvGrpSpPr/>
            <p:nvPr/>
          </p:nvGrpSpPr>
          <p:grpSpPr>
            <a:xfrm>
              <a:off x="10377819" y="744055"/>
              <a:ext cx="868231" cy="2271811"/>
              <a:chOff x="10373710" y="1442546"/>
              <a:chExt cx="868231" cy="2271811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B0A01683-1E06-0CB1-534C-CD81DAC1FA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4840" t="4256" r="8010" b="9047"/>
              <a:stretch>
                <a:fillRect/>
              </a:stretch>
            </p:blipFill>
            <p:spPr>
              <a:xfrm>
                <a:off x="10373710" y="1442546"/>
                <a:ext cx="217119" cy="2271811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E12056-D47F-78C1-800E-5B467661A709}"/>
                  </a:ext>
                </a:extLst>
              </p:cNvPr>
              <p:cNvSpPr txBox="1"/>
              <p:nvPr/>
            </p:nvSpPr>
            <p:spPr>
              <a:xfrm>
                <a:off x="10546687" y="1501829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C1D875-155E-6E28-B2B5-07ADA152EB0D}"/>
                  </a:ext>
                </a:extLst>
              </p:cNvPr>
              <p:cNvSpPr txBox="1"/>
              <p:nvPr/>
            </p:nvSpPr>
            <p:spPr>
              <a:xfrm>
                <a:off x="10546687" y="187389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0.8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09D07-D7B3-223D-FECF-DC6DA24CB1D2}"/>
                  </a:ext>
                </a:extLst>
              </p:cNvPr>
              <p:cNvSpPr txBox="1"/>
              <p:nvPr/>
            </p:nvSpPr>
            <p:spPr>
              <a:xfrm>
                <a:off x="10546687" y="227118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0.6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530B13-6D26-9484-DD3E-E76EAF024C67}"/>
                  </a:ext>
                </a:extLst>
              </p:cNvPr>
              <p:cNvSpPr txBox="1"/>
              <p:nvPr/>
            </p:nvSpPr>
            <p:spPr>
              <a:xfrm>
                <a:off x="10546687" y="2652378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0.4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E2D191-C976-EE9E-F3B3-F1035DA7EDCE}"/>
                  </a:ext>
                </a:extLst>
              </p:cNvPr>
              <p:cNvSpPr txBox="1"/>
              <p:nvPr/>
            </p:nvSpPr>
            <p:spPr>
              <a:xfrm>
                <a:off x="10546687" y="3042051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0.2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ADFD94-6BA5-5720-B117-3D9C7C825D1C}"/>
                  </a:ext>
                </a:extLst>
              </p:cNvPr>
              <p:cNvSpPr txBox="1"/>
              <p:nvPr/>
            </p:nvSpPr>
            <p:spPr>
              <a:xfrm>
                <a:off x="10546687" y="3422346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1BD2E43-2DEF-3182-0D5B-5B966C59AB3D}"/>
                  </a:ext>
                </a:extLst>
              </p:cNvPr>
              <p:cNvSpPr txBox="1"/>
              <p:nvPr/>
            </p:nvSpPr>
            <p:spPr>
              <a:xfrm rot="16200000">
                <a:off x="10619937" y="2480564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W(x,y)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F16C54-732B-80FB-0862-1AE33DF0C8D0}"/>
                </a:ext>
              </a:extLst>
            </p:cNvPr>
            <p:cNvSpPr txBox="1"/>
            <p:nvPr/>
          </p:nvSpPr>
          <p:spPr>
            <a:xfrm>
              <a:off x="1194833" y="618168"/>
              <a:ext cx="16747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(a) (p, r) = (0.05, 0.2)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D8339B-6926-23E5-D4A8-90700BC47B13}"/>
                </a:ext>
              </a:extLst>
            </p:cNvPr>
            <p:cNvSpPr txBox="1"/>
            <p:nvPr/>
          </p:nvSpPr>
          <p:spPr>
            <a:xfrm>
              <a:off x="3548724" y="618168"/>
              <a:ext cx="16747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(b) (p, r) = (0.1, 0.4)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9ACD45-6395-C119-C40E-FB273DC88F9F}"/>
                </a:ext>
              </a:extLst>
            </p:cNvPr>
            <p:cNvSpPr txBox="1"/>
            <p:nvPr/>
          </p:nvSpPr>
          <p:spPr>
            <a:xfrm>
              <a:off x="5934273" y="618168"/>
              <a:ext cx="16747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(c) (p, r) = (0.1, 0.5)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A14F7C-D51C-F1A5-967F-79B0632F2984}"/>
                </a:ext>
              </a:extLst>
            </p:cNvPr>
            <p:cNvSpPr txBox="1"/>
            <p:nvPr/>
          </p:nvSpPr>
          <p:spPr>
            <a:xfrm>
              <a:off x="8323668" y="618168"/>
              <a:ext cx="16747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(d) (p, r) = (0.1, 0.6)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3F68E3-6162-8C4B-87AD-30277ECDA962}"/>
                </a:ext>
              </a:extLst>
            </p:cNvPr>
            <p:cNvSpPr txBox="1"/>
            <p:nvPr/>
          </p:nvSpPr>
          <p:spPr>
            <a:xfrm>
              <a:off x="1278401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A722ED-EBA3-5B79-3D7E-0C4A56A08DCA}"/>
                </a:ext>
              </a:extLst>
            </p:cNvPr>
            <p:cNvSpPr txBox="1"/>
            <p:nvPr/>
          </p:nvSpPr>
          <p:spPr>
            <a:xfrm>
              <a:off x="3667951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C8ABD0-8AC7-30CF-065C-61A5255A76DD}"/>
                </a:ext>
              </a:extLst>
            </p:cNvPr>
            <p:cNvSpPr txBox="1"/>
            <p:nvPr/>
          </p:nvSpPr>
          <p:spPr>
            <a:xfrm>
              <a:off x="6053500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C9C3986-411E-362C-3BA0-E97957025EFB}"/>
                </a:ext>
              </a:extLst>
            </p:cNvPr>
            <p:cNvSpPr txBox="1"/>
            <p:nvPr/>
          </p:nvSpPr>
          <p:spPr>
            <a:xfrm>
              <a:off x="8407236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CC7155-4F06-C2D0-7C69-0B6B8096560C}"/>
                </a:ext>
              </a:extLst>
            </p:cNvPr>
            <p:cNvSpPr txBox="1"/>
            <p:nvPr/>
          </p:nvSpPr>
          <p:spPr>
            <a:xfrm>
              <a:off x="755887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9FA6912-4A1E-4675-2CD4-8AFB2330C03E}"/>
                </a:ext>
              </a:extLst>
            </p:cNvPr>
            <p:cNvSpPr txBox="1"/>
            <p:nvPr/>
          </p:nvSpPr>
          <p:spPr>
            <a:xfrm>
              <a:off x="2793310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3FC143-0D86-27D0-8130-79C369661BE4}"/>
                </a:ext>
              </a:extLst>
            </p:cNvPr>
            <p:cNvSpPr txBox="1"/>
            <p:nvPr/>
          </p:nvSpPr>
          <p:spPr>
            <a:xfrm>
              <a:off x="754923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76E081-488B-1CD2-3772-7B79BFB74528}"/>
                </a:ext>
              </a:extLst>
            </p:cNvPr>
            <p:cNvSpPr txBox="1"/>
            <p:nvPr/>
          </p:nvSpPr>
          <p:spPr>
            <a:xfrm>
              <a:off x="818452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D2EBB0-824E-DB4C-EAF2-DE44D232318D}"/>
                </a:ext>
              </a:extLst>
            </p:cNvPr>
            <p:cNvSpPr txBox="1"/>
            <p:nvPr/>
          </p:nvSpPr>
          <p:spPr>
            <a:xfrm>
              <a:off x="3109097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608FBD8-197F-6473-E0DF-CE80B8D11EDE}"/>
                </a:ext>
              </a:extLst>
            </p:cNvPr>
            <p:cNvSpPr txBox="1"/>
            <p:nvPr/>
          </p:nvSpPr>
          <p:spPr>
            <a:xfrm>
              <a:off x="5146520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7E61C8C-B0C6-AA39-68F0-7F9B40DD34A3}"/>
                </a:ext>
              </a:extLst>
            </p:cNvPr>
            <p:cNvSpPr txBox="1"/>
            <p:nvPr/>
          </p:nvSpPr>
          <p:spPr>
            <a:xfrm>
              <a:off x="3108133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0481512-01A3-EAB8-D2F8-11344DD820E7}"/>
                </a:ext>
              </a:extLst>
            </p:cNvPr>
            <p:cNvSpPr txBox="1"/>
            <p:nvPr/>
          </p:nvSpPr>
          <p:spPr>
            <a:xfrm>
              <a:off x="3171662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DA7E63-3918-E318-1541-E7893EE0509E}"/>
                </a:ext>
              </a:extLst>
            </p:cNvPr>
            <p:cNvSpPr txBox="1"/>
            <p:nvPr/>
          </p:nvSpPr>
          <p:spPr>
            <a:xfrm>
              <a:off x="5504798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7F48630-BE9E-D13A-BC29-D9D185127108}"/>
                </a:ext>
              </a:extLst>
            </p:cNvPr>
            <p:cNvSpPr txBox="1"/>
            <p:nvPr/>
          </p:nvSpPr>
          <p:spPr>
            <a:xfrm>
              <a:off x="7542221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E05ADA-2AE1-5164-DC3F-7B7B509E827E}"/>
                </a:ext>
              </a:extLst>
            </p:cNvPr>
            <p:cNvSpPr txBox="1"/>
            <p:nvPr/>
          </p:nvSpPr>
          <p:spPr>
            <a:xfrm>
              <a:off x="5503834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6B90FDC-6F00-ED52-7CFB-E455E0CAF530}"/>
                </a:ext>
              </a:extLst>
            </p:cNvPr>
            <p:cNvSpPr txBox="1"/>
            <p:nvPr/>
          </p:nvSpPr>
          <p:spPr>
            <a:xfrm>
              <a:off x="5567363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C267BBE-578A-AC8F-D585-A9FA4DD45526}"/>
                </a:ext>
              </a:extLst>
            </p:cNvPr>
            <p:cNvSpPr txBox="1"/>
            <p:nvPr/>
          </p:nvSpPr>
          <p:spPr>
            <a:xfrm>
              <a:off x="7902547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219CE7F-0E4A-341A-51D3-3C3E3C23DB64}"/>
                </a:ext>
              </a:extLst>
            </p:cNvPr>
            <p:cNvSpPr txBox="1"/>
            <p:nvPr/>
          </p:nvSpPr>
          <p:spPr>
            <a:xfrm>
              <a:off x="9939970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DDDDA22-84F5-EF46-7C96-63CCB3D8E077}"/>
                </a:ext>
              </a:extLst>
            </p:cNvPr>
            <p:cNvSpPr txBox="1"/>
            <p:nvPr/>
          </p:nvSpPr>
          <p:spPr>
            <a:xfrm>
              <a:off x="7901583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13D7EBD-F82E-9020-DB00-483BD945F3FF}"/>
                </a:ext>
              </a:extLst>
            </p:cNvPr>
            <p:cNvSpPr txBox="1"/>
            <p:nvPr/>
          </p:nvSpPr>
          <p:spPr>
            <a:xfrm>
              <a:off x="7965112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9AA21C0E-6FC4-94C3-AD37-A9F72FC45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062" t="4532" r="13341" b="8980"/>
            <a:stretch>
              <a:fillRect/>
            </a:stretch>
          </p:blipFill>
          <p:spPr>
            <a:xfrm>
              <a:off x="1111992" y="901651"/>
              <a:ext cx="1963995" cy="1888911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72E5B2DD-985D-D079-37D6-E5B6397A4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140" t="4169" r="13940" b="9134"/>
            <a:stretch>
              <a:fillRect/>
            </a:stretch>
          </p:blipFill>
          <p:spPr>
            <a:xfrm>
              <a:off x="3451860" y="895167"/>
              <a:ext cx="1960392" cy="1906622"/>
            </a:xfrm>
            <a:custGeom>
              <a:avLst/>
              <a:gdLst>
                <a:gd name="csX0" fmla="*/ 0 w 1960392"/>
                <a:gd name="csY0" fmla="*/ 0 h 1906622"/>
                <a:gd name="csX1" fmla="*/ 1960392 w 1960392"/>
                <a:gd name="csY1" fmla="*/ 0 h 1906622"/>
                <a:gd name="csX2" fmla="*/ 1960392 w 1960392"/>
                <a:gd name="csY2" fmla="*/ 1906622 h 1906622"/>
                <a:gd name="csX3" fmla="*/ 0 w 1960392"/>
                <a:gd name="csY3" fmla="*/ 1906622 h 190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60392" h="1906622">
                  <a:moveTo>
                    <a:pt x="0" y="0"/>
                  </a:moveTo>
                  <a:lnTo>
                    <a:pt x="1960392" y="0"/>
                  </a:lnTo>
                  <a:lnTo>
                    <a:pt x="1960392" y="1906622"/>
                  </a:lnTo>
                  <a:lnTo>
                    <a:pt x="0" y="1906622"/>
                  </a:lnTo>
                  <a:close/>
                </a:path>
              </a:pathLst>
            </a:cu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000C544A-D5AB-CA3B-2C48-7CFFF7D88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998" t="4256" r="16096" b="9047"/>
            <a:stretch>
              <a:fillRect/>
            </a:stretch>
          </p:blipFill>
          <p:spPr>
            <a:xfrm>
              <a:off x="8225435" y="908137"/>
              <a:ext cx="1909079" cy="1906622"/>
            </a:xfrm>
            <a:custGeom>
              <a:avLst/>
              <a:gdLst>
                <a:gd name="csX0" fmla="*/ 0 w 1909079"/>
                <a:gd name="csY0" fmla="*/ 0 h 1906622"/>
                <a:gd name="csX1" fmla="*/ 1909079 w 1909079"/>
                <a:gd name="csY1" fmla="*/ 0 h 1906622"/>
                <a:gd name="csX2" fmla="*/ 1909079 w 1909079"/>
                <a:gd name="csY2" fmla="*/ 1906622 h 1906622"/>
                <a:gd name="csX3" fmla="*/ 3810 w 1909079"/>
                <a:gd name="csY3" fmla="*/ 1906622 h 1906622"/>
                <a:gd name="csX4" fmla="*/ 3810 w 1909079"/>
                <a:gd name="csY4" fmla="*/ 9810 h 1906622"/>
                <a:gd name="csX5" fmla="*/ 0 w 1909079"/>
                <a:gd name="csY5" fmla="*/ 9810 h 190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909079" h="1906622">
                  <a:moveTo>
                    <a:pt x="0" y="0"/>
                  </a:moveTo>
                  <a:lnTo>
                    <a:pt x="1909079" y="0"/>
                  </a:lnTo>
                  <a:lnTo>
                    <a:pt x="1909079" y="1906622"/>
                  </a:lnTo>
                  <a:lnTo>
                    <a:pt x="3810" y="1906622"/>
                  </a:lnTo>
                  <a:lnTo>
                    <a:pt x="3810" y="9810"/>
                  </a:lnTo>
                  <a:lnTo>
                    <a:pt x="0" y="9810"/>
                  </a:lnTo>
                  <a:close/>
                </a:path>
              </a:pathLst>
            </a:custGeom>
          </p:spPr>
        </p:pic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90B985F-2FBF-E643-826E-1D52F14FFCDD}"/>
              </a:ext>
            </a:extLst>
          </p:cNvPr>
          <p:cNvGrpSpPr/>
          <p:nvPr/>
        </p:nvGrpSpPr>
        <p:grpSpPr>
          <a:xfrm>
            <a:off x="730155" y="3258685"/>
            <a:ext cx="10515895" cy="2477271"/>
            <a:chOff x="730155" y="3258685"/>
            <a:chExt cx="10515895" cy="2477271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F1D2780E-47F9-FACB-6C35-44F70EEA2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74864"/>
            <a:stretch>
              <a:fillRect/>
            </a:stretch>
          </p:blipFill>
          <p:spPr>
            <a:xfrm>
              <a:off x="1028964" y="3520297"/>
              <a:ext cx="1968753" cy="1993763"/>
            </a:xfrm>
            <a:prstGeom prst="rect">
              <a:avLst/>
            </a:prstGeom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CBD8D4B7-8C7E-FB42-9D76-F4E3288B3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5273" r="50025"/>
            <a:stretch>
              <a:fillRect/>
            </a:stretch>
          </p:blipFill>
          <p:spPr>
            <a:xfrm>
              <a:off x="3417276" y="3520297"/>
              <a:ext cx="1934702" cy="1993763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AC559C7D-32F7-80C9-AC56-3102A6209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0052" r="25244"/>
            <a:stretch>
              <a:fillRect/>
            </a:stretch>
          </p:blipFill>
          <p:spPr>
            <a:xfrm>
              <a:off x="5821152" y="3520296"/>
              <a:ext cx="1934943" cy="1993763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780CBF1A-E73C-D832-C68E-8E2D9A1B9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4791" r="1"/>
            <a:stretch>
              <a:fillRect/>
            </a:stretch>
          </p:blipFill>
          <p:spPr>
            <a:xfrm>
              <a:off x="8223148" y="3520295"/>
              <a:ext cx="1974380" cy="1993763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D4BE385-74E4-9076-5B61-16D4FC8232D3}"/>
                </a:ext>
              </a:extLst>
            </p:cNvPr>
            <p:cNvSpPr txBox="1"/>
            <p:nvPr/>
          </p:nvSpPr>
          <p:spPr>
            <a:xfrm>
              <a:off x="806455" y="3258685"/>
              <a:ext cx="24019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rPr>
                <a:t>(a) Larger within-block density </a:t>
              </a:r>
              <a:endParaRPr lang="ko-KR" altLang="en-US" sz="11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AF884AA-51A0-93EC-1003-BC35134D6D19}"/>
                </a:ext>
              </a:extLst>
            </p:cNvPr>
            <p:cNvSpPr txBox="1"/>
            <p:nvPr/>
          </p:nvSpPr>
          <p:spPr>
            <a:xfrm>
              <a:off x="1253633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74089D7-5401-A3D3-DA85-8225DB8793D1}"/>
                </a:ext>
              </a:extLst>
            </p:cNvPr>
            <p:cNvSpPr txBox="1"/>
            <p:nvPr/>
          </p:nvSpPr>
          <p:spPr>
            <a:xfrm>
              <a:off x="731119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1A621CC-9AC7-5B3B-30F3-A99E774AB531}"/>
                </a:ext>
              </a:extLst>
            </p:cNvPr>
            <p:cNvSpPr txBox="1"/>
            <p:nvPr/>
          </p:nvSpPr>
          <p:spPr>
            <a:xfrm>
              <a:off x="2768542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4AF7EA4-1F31-2703-9DB2-4F6FF3D1F4EF}"/>
                </a:ext>
              </a:extLst>
            </p:cNvPr>
            <p:cNvSpPr txBox="1"/>
            <p:nvPr/>
          </p:nvSpPr>
          <p:spPr>
            <a:xfrm>
              <a:off x="730155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07DC502-B792-2900-962F-96C0B603DFF1}"/>
                </a:ext>
              </a:extLst>
            </p:cNvPr>
            <p:cNvSpPr txBox="1"/>
            <p:nvPr/>
          </p:nvSpPr>
          <p:spPr>
            <a:xfrm>
              <a:off x="793684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D73A5E9-B7FF-95D9-EFEE-72E3FFD9A953}"/>
                </a:ext>
              </a:extLst>
            </p:cNvPr>
            <p:cNvSpPr txBox="1"/>
            <p:nvPr/>
          </p:nvSpPr>
          <p:spPr>
            <a:xfrm>
              <a:off x="3165113" y="3258685"/>
              <a:ext cx="24019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rPr>
                <a:t>(b) Smaller within-block density </a:t>
              </a:r>
              <a:endParaRPr lang="ko-KR" altLang="en-US" sz="11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2147E83-E45F-45ED-34F7-5A44D2CE834A}"/>
                </a:ext>
              </a:extLst>
            </p:cNvPr>
            <p:cNvSpPr txBox="1"/>
            <p:nvPr/>
          </p:nvSpPr>
          <p:spPr>
            <a:xfrm>
              <a:off x="5606021" y="3258685"/>
              <a:ext cx="24019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rPr>
                <a:t>(c) Cross-block density </a:t>
              </a:r>
              <a:endParaRPr lang="ko-KR" altLang="en-US" sz="11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7D69762-9152-5244-D733-99F6D286FD12}"/>
                </a:ext>
              </a:extLst>
            </p:cNvPr>
            <p:cNvSpPr txBox="1"/>
            <p:nvPr/>
          </p:nvSpPr>
          <p:spPr>
            <a:xfrm>
              <a:off x="7975623" y="3258685"/>
              <a:ext cx="24019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rPr>
                <a:t>(d) Weight of the denser block</a:t>
              </a:r>
              <a:endParaRPr lang="ko-KR" altLang="en-US" sz="11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1BF80C9-26C6-2926-63F5-4563730F8029}"/>
                </a:ext>
              </a:extLst>
            </p:cNvPr>
            <p:cNvSpPr txBox="1"/>
            <p:nvPr/>
          </p:nvSpPr>
          <p:spPr>
            <a:xfrm>
              <a:off x="3621511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3C710C6-4F92-9F97-8912-76FBFA6FB5D0}"/>
                </a:ext>
              </a:extLst>
            </p:cNvPr>
            <p:cNvSpPr txBox="1"/>
            <p:nvPr/>
          </p:nvSpPr>
          <p:spPr>
            <a:xfrm>
              <a:off x="3098997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264A171-9E3B-1AA6-481E-8A284405A8D8}"/>
                </a:ext>
              </a:extLst>
            </p:cNvPr>
            <p:cNvSpPr txBox="1"/>
            <p:nvPr/>
          </p:nvSpPr>
          <p:spPr>
            <a:xfrm>
              <a:off x="5136420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B01BB77-36F9-3F82-4B8B-5DE70FAA416C}"/>
                </a:ext>
              </a:extLst>
            </p:cNvPr>
            <p:cNvSpPr txBox="1"/>
            <p:nvPr/>
          </p:nvSpPr>
          <p:spPr>
            <a:xfrm>
              <a:off x="3098033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B482BEC-6596-BE41-A008-013AEB31CB6D}"/>
                </a:ext>
              </a:extLst>
            </p:cNvPr>
            <p:cNvSpPr txBox="1"/>
            <p:nvPr/>
          </p:nvSpPr>
          <p:spPr>
            <a:xfrm>
              <a:off x="3161562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C5A7824-3EED-99E7-AE41-1DA1F50A9430}"/>
                </a:ext>
              </a:extLst>
            </p:cNvPr>
            <p:cNvSpPr txBox="1"/>
            <p:nvPr/>
          </p:nvSpPr>
          <p:spPr>
            <a:xfrm>
              <a:off x="6018358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8CFF782-37F3-A1AE-0069-277DF0D66AAF}"/>
                </a:ext>
              </a:extLst>
            </p:cNvPr>
            <p:cNvSpPr txBox="1"/>
            <p:nvPr/>
          </p:nvSpPr>
          <p:spPr>
            <a:xfrm>
              <a:off x="5495844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99286A2-C0AC-FE6F-D9B0-5910608F2ADE}"/>
                </a:ext>
              </a:extLst>
            </p:cNvPr>
            <p:cNvSpPr txBox="1"/>
            <p:nvPr/>
          </p:nvSpPr>
          <p:spPr>
            <a:xfrm>
              <a:off x="7533267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4DD69EE-106F-48E9-EB2E-130ED790FB0B}"/>
                </a:ext>
              </a:extLst>
            </p:cNvPr>
            <p:cNvSpPr txBox="1"/>
            <p:nvPr/>
          </p:nvSpPr>
          <p:spPr>
            <a:xfrm>
              <a:off x="5494880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C1FFFFE-7B8A-BCC4-32D9-10B3E1AE2316}"/>
                </a:ext>
              </a:extLst>
            </p:cNvPr>
            <p:cNvSpPr txBox="1"/>
            <p:nvPr/>
          </p:nvSpPr>
          <p:spPr>
            <a:xfrm>
              <a:off x="5558409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A56DC6-9A2E-04E1-1271-984E3795EDD1}"/>
                </a:ext>
              </a:extLst>
            </p:cNvPr>
            <p:cNvSpPr txBox="1"/>
            <p:nvPr/>
          </p:nvSpPr>
          <p:spPr>
            <a:xfrm>
              <a:off x="8422363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A6B993E-2EED-AFAC-BEB2-A0671DA52190}"/>
                </a:ext>
              </a:extLst>
            </p:cNvPr>
            <p:cNvSpPr txBox="1"/>
            <p:nvPr/>
          </p:nvSpPr>
          <p:spPr>
            <a:xfrm>
              <a:off x="7899849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5AFA832-8589-4867-0FA2-8E9C45147A11}"/>
                </a:ext>
              </a:extLst>
            </p:cNvPr>
            <p:cNvSpPr txBox="1"/>
            <p:nvPr/>
          </p:nvSpPr>
          <p:spPr>
            <a:xfrm>
              <a:off x="9937272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8763F30-8122-832F-5D88-8D5F53606EBD}"/>
                </a:ext>
              </a:extLst>
            </p:cNvPr>
            <p:cNvSpPr txBox="1"/>
            <p:nvPr/>
          </p:nvSpPr>
          <p:spPr>
            <a:xfrm>
              <a:off x="7898885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5389FDD-7E23-46C9-0C79-F2C8B08ECE2E}"/>
                </a:ext>
              </a:extLst>
            </p:cNvPr>
            <p:cNvSpPr txBox="1"/>
            <p:nvPr/>
          </p:nvSpPr>
          <p:spPr>
            <a:xfrm>
              <a:off x="7962414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3BD72932-D067-9D2B-CB4A-F1610A931AE2}"/>
                </a:ext>
              </a:extLst>
            </p:cNvPr>
            <p:cNvGrpSpPr/>
            <p:nvPr/>
          </p:nvGrpSpPr>
          <p:grpSpPr>
            <a:xfrm>
              <a:off x="10377819" y="3358356"/>
              <a:ext cx="868231" cy="2271811"/>
              <a:chOff x="10373710" y="1442546"/>
              <a:chExt cx="868231" cy="2271811"/>
            </a:xfrm>
          </p:grpSpPr>
          <p:pic>
            <p:nvPicPr>
              <p:cNvPr id="109" name="그림 108">
                <a:extLst>
                  <a:ext uri="{FF2B5EF4-FFF2-40B4-BE49-F238E27FC236}">
                    <a16:creationId xmlns:a16="http://schemas.microsoft.com/office/drawing/2014/main" id="{5A0A5366-2744-FD15-2A98-8C78B1571A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4840" t="4256" r="8010" b="9047"/>
              <a:stretch>
                <a:fillRect/>
              </a:stretch>
            </p:blipFill>
            <p:spPr>
              <a:xfrm>
                <a:off x="10373710" y="1442546"/>
                <a:ext cx="217119" cy="2271811"/>
              </a:xfrm>
              <a:prstGeom prst="rect">
                <a:avLst/>
              </a:prstGeom>
            </p:spPr>
          </p:pic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8732E19-6499-EEBE-2520-A0F65BD916EB}"/>
                  </a:ext>
                </a:extLst>
              </p:cNvPr>
              <p:cNvSpPr txBox="1"/>
              <p:nvPr/>
            </p:nvSpPr>
            <p:spPr>
              <a:xfrm>
                <a:off x="10546687" y="1501829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FB2D521-AB41-A50C-C679-680E60D0D488}"/>
                  </a:ext>
                </a:extLst>
              </p:cNvPr>
              <p:cNvSpPr txBox="1"/>
              <p:nvPr/>
            </p:nvSpPr>
            <p:spPr>
              <a:xfrm>
                <a:off x="10546687" y="187389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0.8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E4BB85E-FC44-CDF1-A3A7-C0E83082146F}"/>
                  </a:ext>
                </a:extLst>
              </p:cNvPr>
              <p:cNvSpPr txBox="1"/>
              <p:nvPr/>
            </p:nvSpPr>
            <p:spPr>
              <a:xfrm>
                <a:off x="10546687" y="227118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0.6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6AB98FE-CBE9-5425-47E7-4E5C31C5A955}"/>
                  </a:ext>
                </a:extLst>
              </p:cNvPr>
              <p:cNvSpPr txBox="1"/>
              <p:nvPr/>
            </p:nvSpPr>
            <p:spPr>
              <a:xfrm>
                <a:off x="10546687" y="2652378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0.4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451780A-D77A-BD53-2FB4-110C378E2B10}"/>
                  </a:ext>
                </a:extLst>
              </p:cNvPr>
              <p:cNvSpPr txBox="1"/>
              <p:nvPr/>
            </p:nvSpPr>
            <p:spPr>
              <a:xfrm>
                <a:off x="10546687" y="3042051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0.2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B9FB0F1-DD5D-92E4-E7B1-4625C97D2694}"/>
                  </a:ext>
                </a:extLst>
              </p:cNvPr>
              <p:cNvSpPr txBox="1"/>
              <p:nvPr/>
            </p:nvSpPr>
            <p:spPr>
              <a:xfrm>
                <a:off x="10546687" y="3422346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D1EAD27-E5CF-801C-6F14-1BE7A5F20AC4}"/>
                  </a:ext>
                </a:extLst>
              </p:cNvPr>
              <p:cNvSpPr txBox="1"/>
              <p:nvPr/>
            </p:nvSpPr>
            <p:spPr>
              <a:xfrm rot="16200000">
                <a:off x="10529190" y="2480564"/>
                <a:ext cx="87675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Parameter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1725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7477-814D-CAC3-AF63-74F8D97B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21CA2581-EAF8-A97F-ABFF-7896A009C0BA}"/>
              </a:ext>
            </a:extLst>
          </p:cNvPr>
          <p:cNvGrpSpPr/>
          <p:nvPr/>
        </p:nvGrpSpPr>
        <p:grpSpPr>
          <a:xfrm>
            <a:off x="754923" y="744055"/>
            <a:ext cx="10491127" cy="2321942"/>
            <a:chOff x="754923" y="744055"/>
            <a:chExt cx="10491127" cy="232194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DA4FEBC-3EE5-8F1E-0145-8514A65D2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09" t="4256" r="13940" b="9047"/>
            <a:stretch>
              <a:fillRect/>
            </a:stretch>
          </p:blipFill>
          <p:spPr>
            <a:xfrm>
              <a:off x="5846752" y="901652"/>
              <a:ext cx="1958650" cy="1906622"/>
            </a:xfrm>
            <a:prstGeom prst="rect">
              <a:avLst/>
            </a:prstGeom>
          </p:spPr>
        </p:pic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77DF15F-408F-2A77-675E-F4D5F92605EF}"/>
                </a:ext>
              </a:extLst>
            </p:cNvPr>
            <p:cNvGrpSpPr/>
            <p:nvPr/>
          </p:nvGrpSpPr>
          <p:grpSpPr>
            <a:xfrm>
              <a:off x="10377819" y="744055"/>
              <a:ext cx="868231" cy="2271811"/>
              <a:chOff x="10373710" y="1442546"/>
              <a:chExt cx="868231" cy="2271811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BC1DE8FB-17E2-271C-AE87-EEDD08C27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4840" t="4256" r="8010" b="9047"/>
              <a:stretch>
                <a:fillRect/>
              </a:stretch>
            </p:blipFill>
            <p:spPr>
              <a:xfrm>
                <a:off x="10373710" y="1442546"/>
                <a:ext cx="217119" cy="2271811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8E2CD4-6F59-C8A0-0686-3B290C5F8290}"/>
                  </a:ext>
                </a:extLst>
              </p:cNvPr>
              <p:cNvSpPr txBox="1"/>
              <p:nvPr/>
            </p:nvSpPr>
            <p:spPr>
              <a:xfrm>
                <a:off x="10546687" y="1501829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FBC446-5957-F7D3-C0F0-B73DD4BF7DAD}"/>
                  </a:ext>
                </a:extLst>
              </p:cNvPr>
              <p:cNvSpPr txBox="1"/>
              <p:nvPr/>
            </p:nvSpPr>
            <p:spPr>
              <a:xfrm>
                <a:off x="10546687" y="187389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0.8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07C3A1-D6FF-0006-7941-93B64D34B025}"/>
                  </a:ext>
                </a:extLst>
              </p:cNvPr>
              <p:cNvSpPr txBox="1"/>
              <p:nvPr/>
            </p:nvSpPr>
            <p:spPr>
              <a:xfrm>
                <a:off x="10546687" y="227118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0.6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163C4F-0E90-556C-121D-ED9955529A17}"/>
                  </a:ext>
                </a:extLst>
              </p:cNvPr>
              <p:cNvSpPr txBox="1"/>
              <p:nvPr/>
            </p:nvSpPr>
            <p:spPr>
              <a:xfrm>
                <a:off x="10546687" y="2652378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0.4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F6805F-2155-5098-624C-9821519B2304}"/>
                  </a:ext>
                </a:extLst>
              </p:cNvPr>
              <p:cNvSpPr txBox="1"/>
              <p:nvPr/>
            </p:nvSpPr>
            <p:spPr>
              <a:xfrm>
                <a:off x="10546687" y="3042051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0.2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E448FDC-3139-1CF4-52D6-4E40E9C33C6D}"/>
                  </a:ext>
                </a:extLst>
              </p:cNvPr>
              <p:cNvSpPr txBox="1"/>
              <p:nvPr/>
            </p:nvSpPr>
            <p:spPr>
              <a:xfrm>
                <a:off x="10546687" y="3422346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6B5D3DA-B4DD-F690-058A-16FFD60B6909}"/>
                  </a:ext>
                </a:extLst>
              </p:cNvPr>
              <p:cNvSpPr txBox="1"/>
              <p:nvPr/>
            </p:nvSpPr>
            <p:spPr>
              <a:xfrm rot="16200000">
                <a:off x="10619937" y="2480564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W(x,y)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3F970F-5C95-190C-7A6D-BCBC505F0DCF}"/>
                </a:ext>
              </a:extLst>
            </p:cNvPr>
            <p:cNvSpPr txBox="1"/>
            <p:nvPr/>
          </p:nvSpPr>
          <p:spPr>
            <a:xfrm>
              <a:off x="1278401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1D2069-F7E4-B57D-79A4-31D99FC0DE7E}"/>
                </a:ext>
              </a:extLst>
            </p:cNvPr>
            <p:cNvSpPr txBox="1"/>
            <p:nvPr/>
          </p:nvSpPr>
          <p:spPr>
            <a:xfrm>
              <a:off x="3667951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93543A-5756-AA72-6D13-15F792EBA59E}"/>
                </a:ext>
              </a:extLst>
            </p:cNvPr>
            <p:cNvSpPr txBox="1"/>
            <p:nvPr/>
          </p:nvSpPr>
          <p:spPr>
            <a:xfrm>
              <a:off x="6053500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F0BED4-6B1F-AB86-B937-4FE205119211}"/>
                </a:ext>
              </a:extLst>
            </p:cNvPr>
            <p:cNvSpPr txBox="1"/>
            <p:nvPr/>
          </p:nvSpPr>
          <p:spPr>
            <a:xfrm>
              <a:off x="8407236" y="2788998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x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C7BD136-B2CE-EDCD-4E91-FEBB78A466BA}"/>
                </a:ext>
              </a:extLst>
            </p:cNvPr>
            <p:cNvSpPr txBox="1"/>
            <p:nvPr/>
          </p:nvSpPr>
          <p:spPr>
            <a:xfrm>
              <a:off x="755887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8B685B4-4E27-4760-0627-384491BB14CE}"/>
                </a:ext>
              </a:extLst>
            </p:cNvPr>
            <p:cNvSpPr txBox="1"/>
            <p:nvPr/>
          </p:nvSpPr>
          <p:spPr>
            <a:xfrm>
              <a:off x="2793310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6C9F47D-AAAD-2A73-85E1-8C18B5892DB1}"/>
                </a:ext>
              </a:extLst>
            </p:cNvPr>
            <p:cNvSpPr txBox="1"/>
            <p:nvPr/>
          </p:nvSpPr>
          <p:spPr>
            <a:xfrm>
              <a:off x="754923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1E6D2E1-A948-BA45-FFC6-F08FEA875AE7}"/>
                </a:ext>
              </a:extLst>
            </p:cNvPr>
            <p:cNvSpPr txBox="1"/>
            <p:nvPr/>
          </p:nvSpPr>
          <p:spPr>
            <a:xfrm>
              <a:off x="818452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22E62D-C263-8D38-A051-B81BD8274633}"/>
                </a:ext>
              </a:extLst>
            </p:cNvPr>
            <p:cNvSpPr txBox="1"/>
            <p:nvPr/>
          </p:nvSpPr>
          <p:spPr>
            <a:xfrm>
              <a:off x="3109097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3083758-B685-8E45-D208-3F320400B547}"/>
                </a:ext>
              </a:extLst>
            </p:cNvPr>
            <p:cNvSpPr txBox="1"/>
            <p:nvPr/>
          </p:nvSpPr>
          <p:spPr>
            <a:xfrm>
              <a:off x="5146520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47561AD-AC35-D665-AE0C-6127D499BEC7}"/>
                </a:ext>
              </a:extLst>
            </p:cNvPr>
            <p:cNvSpPr txBox="1"/>
            <p:nvPr/>
          </p:nvSpPr>
          <p:spPr>
            <a:xfrm>
              <a:off x="3108133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B4D724B-6441-58CC-80ED-E7097CEA7D43}"/>
                </a:ext>
              </a:extLst>
            </p:cNvPr>
            <p:cNvSpPr txBox="1"/>
            <p:nvPr/>
          </p:nvSpPr>
          <p:spPr>
            <a:xfrm>
              <a:off x="3171662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475C415-F89B-534D-1706-844C56EC8514}"/>
                </a:ext>
              </a:extLst>
            </p:cNvPr>
            <p:cNvSpPr txBox="1"/>
            <p:nvPr/>
          </p:nvSpPr>
          <p:spPr>
            <a:xfrm>
              <a:off x="5504798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B62C94D-0F12-161B-311C-160922B082F4}"/>
                </a:ext>
              </a:extLst>
            </p:cNvPr>
            <p:cNvSpPr txBox="1"/>
            <p:nvPr/>
          </p:nvSpPr>
          <p:spPr>
            <a:xfrm>
              <a:off x="7542221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137935E-AF28-DA74-1DCA-00E377546185}"/>
                </a:ext>
              </a:extLst>
            </p:cNvPr>
            <p:cNvSpPr txBox="1"/>
            <p:nvPr/>
          </p:nvSpPr>
          <p:spPr>
            <a:xfrm>
              <a:off x="5503834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84014E1-7987-9511-B645-CE63F1FA7888}"/>
                </a:ext>
              </a:extLst>
            </p:cNvPr>
            <p:cNvSpPr txBox="1"/>
            <p:nvPr/>
          </p:nvSpPr>
          <p:spPr>
            <a:xfrm>
              <a:off x="5567363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295956B-10F0-2EDA-40D6-B2ADA3D4EBC3}"/>
                </a:ext>
              </a:extLst>
            </p:cNvPr>
            <p:cNvSpPr txBox="1"/>
            <p:nvPr/>
          </p:nvSpPr>
          <p:spPr>
            <a:xfrm>
              <a:off x="7902547" y="2754235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662DA9D-7933-6D19-FBB9-D763C840165E}"/>
                </a:ext>
              </a:extLst>
            </p:cNvPr>
            <p:cNvSpPr txBox="1"/>
            <p:nvPr/>
          </p:nvSpPr>
          <p:spPr>
            <a:xfrm>
              <a:off x="9939970" y="2751379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B4D0958-16EF-7CF3-D925-275951B330C1}"/>
                </a:ext>
              </a:extLst>
            </p:cNvPr>
            <p:cNvSpPr txBox="1"/>
            <p:nvPr/>
          </p:nvSpPr>
          <p:spPr>
            <a:xfrm>
              <a:off x="7901583" y="778541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73C6D3B-86BB-3C57-D2DE-D46FEE82C61A}"/>
                </a:ext>
              </a:extLst>
            </p:cNvPr>
            <p:cNvSpPr txBox="1"/>
            <p:nvPr/>
          </p:nvSpPr>
          <p:spPr>
            <a:xfrm>
              <a:off x="7965112" y="1709978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B6824B7E-9E50-7A9C-249A-025F73765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062" t="4532" r="13341" b="8980"/>
            <a:stretch>
              <a:fillRect/>
            </a:stretch>
          </p:blipFill>
          <p:spPr>
            <a:xfrm>
              <a:off x="1111992" y="901651"/>
              <a:ext cx="1963995" cy="1888911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C3047D3C-0E55-257B-C866-35B8CA5AF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140" t="4169" r="13940" b="9134"/>
            <a:stretch>
              <a:fillRect/>
            </a:stretch>
          </p:blipFill>
          <p:spPr>
            <a:xfrm>
              <a:off x="3451860" y="895167"/>
              <a:ext cx="1960392" cy="1906622"/>
            </a:xfrm>
            <a:custGeom>
              <a:avLst/>
              <a:gdLst>
                <a:gd name="csX0" fmla="*/ 0 w 1960392"/>
                <a:gd name="csY0" fmla="*/ 0 h 1906622"/>
                <a:gd name="csX1" fmla="*/ 1960392 w 1960392"/>
                <a:gd name="csY1" fmla="*/ 0 h 1906622"/>
                <a:gd name="csX2" fmla="*/ 1960392 w 1960392"/>
                <a:gd name="csY2" fmla="*/ 1906622 h 1906622"/>
                <a:gd name="csX3" fmla="*/ 0 w 1960392"/>
                <a:gd name="csY3" fmla="*/ 1906622 h 190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60392" h="1906622">
                  <a:moveTo>
                    <a:pt x="0" y="0"/>
                  </a:moveTo>
                  <a:lnTo>
                    <a:pt x="1960392" y="0"/>
                  </a:lnTo>
                  <a:lnTo>
                    <a:pt x="1960392" y="1906622"/>
                  </a:lnTo>
                  <a:lnTo>
                    <a:pt x="0" y="1906622"/>
                  </a:lnTo>
                  <a:close/>
                </a:path>
              </a:pathLst>
            </a:cu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5332A118-8722-83A1-A87D-1E17384A0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998" t="4256" r="16096" b="9047"/>
            <a:stretch>
              <a:fillRect/>
            </a:stretch>
          </p:blipFill>
          <p:spPr>
            <a:xfrm>
              <a:off x="8225435" y="908137"/>
              <a:ext cx="1909079" cy="1906622"/>
            </a:xfrm>
            <a:custGeom>
              <a:avLst/>
              <a:gdLst>
                <a:gd name="csX0" fmla="*/ 0 w 1909079"/>
                <a:gd name="csY0" fmla="*/ 0 h 1906622"/>
                <a:gd name="csX1" fmla="*/ 1909079 w 1909079"/>
                <a:gd name="csY1" fmla="*/ 0 h 1906622"/>
                <a:gd name="csX2" fmla="*/ 1909079 w 1909079"/>
                <a:gd name="csY2" fmla="*/ 1906622 h 1906622"/>
                <a:gd name="csX3" fmla="*/ 3810 w 1909079"/>
                <a:gd name="csY3" fmla="*/ 1906622 h 1906622"/>
                <a:gd name="csX4" fmla="*/ 3810 w 1909079"/>
                <a:gd name="csY4" fmla="*/ 9810 h 1906622"/>
                <a:gd name="csX5" fmla="*/ 0 w 1909079"/>
                <a:gd name="csY5" fmla="*/ 9810 h 1906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909079" h="1906622">
                  <a:moveTo>
                    <a:pt x="0" y="0"/>
                  </a:moveTo>
                  <a:lnTo>
                    <a:pt x="1909079" y="0"/>
                  </a:lnTo>
                  <a:lnTo>
                    <a:pt x="1909079" y="1906622"/>
                  </a:lnTo>
                  <a:lnTo>
                    <a:pt x="3810" y="1906622"/>
                  </a:lnTo>
                  <a:lnTo>
                    <a:pt x="3810" y="9810"/>
                  </a:lnTo>
                  <a:lnTo>
                    <a:pt x="0" y="9810"/>
                  </a:lnTo>
                  <a:close/>
                </a:path>
              </a:pathLst>
            </a:cu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7D45056-064B-0C1B-92C6-3B07A3B18E57}"/>
              </a:ext>
            </a:extLst>
          </p:cNvPr>
          <p:cNvGrpSpPr/>
          <p:nvPr/>
        </p:nvGrpSpPr>
        <p:grpSpPr>
          <a:xfrm>
            <a:off x="730155" y="3358356"/>
            <a:ext cx="10515895" cy="2377600"/>
            <a:chOff x="730155" y="3358356"/>
            <a:chExt cx="10515895" cy="2377600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794F97B0-9AAC-154B-C6D9-89922456B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74864"/>
            <a:stretch>
              <a:fillRect/>
            </a:stretch>
          </p:blipFill>
          <p:spPr>
            <a:xfrm>
              <a:off x="1028964" y="3520297"/>
              <a:ext cx="1968753" cy="1993763"/>
            </a:xfrm>
            <a:prstGeom prst="rect">
              <a:avLst/>
            </a:prstGeom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D1B828AA-641D-D18C-7C45-98A9B012F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5273" r="50025"/>
            <a:stretch>
              <a:fillRect/>
            </a:stretch>
          </p:blipFill>
          <p:spPr>
            <a:xfrm>
              <a:off x="3417276" y="3520297"/>
              <a:ext cx="1934702" cy="1993763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9A815A41-CA5C-3B92-9260-98AD38244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0052" r="25244"/>
            <a:stretch>
              <a:fillRect/>
            </a:stretch>
          </p:blipFill>
          <p:spPr>
            <a:xfrm>
              <a:off x="5821152" y="3520296"/>
              <a:ext cx="1934943" cy="1993763"/>
            </a:xfrm>
            <a:prstGeom prst="rect">
              <a:avLst/>
            </a:prstGeom>
          </p:spPr>
        </p:pic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A8502B18-AEDE-B18A-51A3-90FE8B114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4791" r="1"/>
            <a:stretch>
              <a:fillRect/>
            </a:stretch>
          </p:blipFill>
          <p:spPr>
            <a:xfrm>
              <a:off x="8223148" y="3520295"/>
              <a:ext cx="1974380" cy="1993763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9D0E22B-8960-E411-5232-412F69368C09}"/>
                </a:ext>
              </a:extLst>
            </p:cNvPr>
            <p:cNvSpPr txBox="1"/>
            <p:nvPr/>
          </p:nvSpPr>
          <p:spPr>
            <a:xfrm>
              <a:off x="1253633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19F3D43-107B-D29C-E7A2-4B6A67A7F114}"/>
                </a:ext>
              </a:extLst>
            </p:cNvPr>
            <p:cNvSpPr txBox="1"/>
            <p:nvPr/>
          </p:nvSpPr>
          <p:spPr>
            <a:xfrm>
              <a:off x="731119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4888B56-49CE-746E-43AC-4ABA469C6F75}"/>
                </a:ext>
              </a:extLst>
            </p:cNvPr>
            <p:cNvSpPr txBox="1"/>
            <p:nvPr/>
          </p:nvSpPr>
          <p:spPr>
            <a:xfrm>
              <a:off x="2768542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03CD0D7-C04E-E9B9-38D8-B15EFA2C3BF4}"/>
                </a:ext>
              </a:extLst>
            </p:cNvPr>
            <p:cNvSpPr txBox="1"/>
            <p:nvPr/>
          </p:nvSpPr>
          <p:spPr>
            <a:xfrm>
              <a:off x="730155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253D210-9292-E810-AA08-D557D9A94F2F}"/>
                </a:ext>
              </a:extLst>
            </p:cNvPr>
            <p:cNvSpPr txBox="1"/>
            <p:nvPr/>
          </p:nvSpPr>
          <p:spPr>
            <a:xfrm>
              <a:off x="793684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BA2D4F3-D570-9AB9-837D-96824AF73E83}"/>
                </a:ext>
              </a:extLst>
            </p:cNvPr>
            <p:cNvSpPr txBox="1"/>
            <p:nvPr/>
          </p:nvSpPr>
          <p:spPr>
            <a:xfrm>
              <a:off x="3621511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7C2219-F0A2-7006-4740-BE4443C3FBF4}"/>
                </a:ext>
              </a:extLst>
            </p:cNvPr>
            <p:cNvSpPr txBox="1"/>
            <p:nvPr/>
          </p:nvSpPr>
          <p:spPr>
            <a:xfrm>
              <a:off x="3098997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744AF6F-231B-25C2-195C-C518940C0D3D}"/>
                </a:ext>
              </a:extLst>
            </p:cNvPr>
            <p:cNvSpPr txBox="1"/>
            <p:nvPr/>
          </p:nvSpPr>
          <p:spPr>
            <a:xfrm>
              <a:off x="5136420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6653E40-477A-9916-8AF0-82C096BDE658}"/>
                </a:ext>
              </a:extLst>
            </p:cNvPr>
            <p:cNvSpPr txBox="1"/>
            <p:nvPr/>
          </p:nvSpPr>
          <p:spPr>
            <a:xfrm>
              <a:off x="3098033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81C183A-CA08-679F-3725-83A77A7E8DAE}"/>
                </a:ext>
              </a:extLst>
            </p:cNvPr>
            <p:cNvSpPr txBox="1"/>
            <p:nvPr/>
          </p:nvSpPr>
          <p:spPr>
            <a:xfrm>
              <a:off x="3161562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55FB207-9F92-600C-9697-1262517BCA0E}"/>
                </a:ext>
              </a:extLst>
            </p:cNvPr>
            <p:cNvSpPr txBox="1"/>
            <p:nvPr/>
          </p:nvSpPr>
          <p:spPr>
            <a:xfrm>
              <a:off x="6018358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59E973B-EA56-C9CC-D846-58FF7AE322DF}"/>
                </a:ext>
              </a:extLst>
            </p:cNvPr>
            <p:cNvSpPr txBox="1"/>
            <p:nvPr/>
          </p:nvSpPr>
          <p:spPr>
            <a:xfrm>
              <a:off x="5495844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157374C-C655-FAF1-4801-1D7205D285D1}"/>
                </a:ext>
              </a:extLst>
            </p:cNvPr>
            <p:cNvSpPr txBox="1"/>
            <p:nvPr/>
          </p:nvSpPr>
          <p:spPr>
            <a:xfrm>
              <a:off x="7533267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9DB0B1B-40FE-99A1-611E-84DA3EEDEB18}"/>
                </a:ext>
              </a:extLst>
            </p:cNvPr>
            <p:cNvSpPr txBox="1"/>
            <p:nvPr/>
          </p:nvSpPr>
          <p:spPr>
            <a:xfrm>
              <a:off x="5494880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D03E4E1-1D7E-7A24-86E5-EE38BC508F55}"/>
                </a:ext>
              </a:extLst>
            </p:cNvPr>
            <p:cNvSpPr txBox="1"/>
            <p:nvPr/>
          </p:nvSpPr>
          <p:spPr>
            <a:xfrm>
              <a:off x="5558409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9289C62-5F29-CC34-1FDF-3AB45A9FFEAA}"/>
                </a:ext>
              </a:extLst>
            </p:cNvPr>
            <p:cNvSpPr txBox="1"/>
            <p:nvPr/>
          </p:nvSpPr>
          <p:spPr>
            <a:xfrm>
              <a:off x="8422363" y="5458957"/>
              <a:ext cx="15076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5EC12DB-9ECD-6712-A37E-6DC6557A2AA7}"/>
                </a:ext>
              </a:extLst>
            </p:cNvPr>
            <p:cNvSpPr txBox="1"/>
            <p:nvPr/>
          </p:nvSpPr>
          <p:spPr>
            <a:xfrm>
              <a:off x="7899849" y="5424194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9BC467C-2D02-E2D7-CB85-9090D1F35A55}"/>
                </a:ext>
              </a:extLst>
            </p:cNvPr>
            <p:cNvSpPr txBox="1"/>
            <p:nvPr/>
          </p:nvSpPr>
          <p:spPr>
            <a:xfrm>
              <a:off x="9937272" y="5421338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0.12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49F8EF3-1D00-FB2F-5319-CB423EA6CDAA}"/>
                </a:ext>
              </a:extLst>
            </p:cNvPr>
            <p:cNvSpPr txBox="1"/>
            <p:nvPr/>
          </p:nvSpPr>
          <p:spPr>
            <a:xfrm>
              <a:off x="7898885" y="3448500"/>
              <a:ext cx="4399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1.0</a:t>
              </a:r>
              <a:endParaRPr lang="ko-KR" altLang="en-US" sz="10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8609A18-BEBA-C7DD-7570-4DD95F109CD8}"/>
                </a:ext>
              </a:extLst>
            </p:cNvPr>
            <p:cNvSpPr txBox="1"/>
            <p:nvPr/>
          </p:nvSpPr>
          <p:spPr>
            <a:xfrm>
              <a:off x="7962414" y="4379937"/>
              <a:ext cx="29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</a:t>
              </a:r>
              <a:endParaRPr lang="ko-KR" altLang="en-US" sz="1200" dirty="0"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E6D1CE9D-BC38-439A-9F1A-6A6EFBB9104C}"/>
                </a:ext>
              </a:extLst>
            </p:cNvPr>
            <p:cNvGrpSpPr/>
            <p:nvPr/>
          </p:nvGrpSpPr>
          <p:grpSpPr>
            <a:xfrm>
              <a:off x="10377819" y="3358356"/>
              <a:ext cx="868231" cy="2271811"/>
              <a:chOff x="10373710" y="1442546"/>
              <a:chExt cx="868231" cy="2271811"/>
            </a:xfrm>
          </p:grpSpPr>
          <p:pic>
            <p:nvPicPr>
              <p:cNvPr id="109" name="그림 108">
                <a:extLst>
                  <a:ext uri="{FF2B5EF4-FFF2-40B4-BE49-F238E27FC236}">
                    <a16:creationId xmlns:a16="http://schemas.microsoft.com/office/drawing/2014/main" id="{CC4D01DD-01B9-BBFD-A4EA-D918D87689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4840" t="4256" r="8010" b="9047"/>
              <a:stretch>
                <a:fillRect/>
              </a:stretch>
            </p:blipFill>
            <p:spPr>
              <a:xfrm>
                <a:off x="10373710" y="1442546"/>
                <a:ext cx="217119" cy="2271811"/>
              </a:xfrm>
              <a:prstGeom prst="rect">
                <a:avLst/>
              </a:prstGeom>
            </p:spPr>
          </p:pic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330A9E7-32A3-A86C-7607-6C6D06B44ABA}"/>
                  </a:ext>
                </a:extLst>
              </p:cNvPr>
              <p:cNvSpPr txBox="1"/>
              <p:nvPr/>
            </p:nvSpPr>
            <p:spPr>
              <a:xfrm>
                <a:off x="10546687" y="1501829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8CC9582B-626D-77E4-6CB6-FD11DD068D00}"/>
                  </a:ext>
                </a:extLst>
              </p:cNvPr>
              <p:cNvSpPr txBox="1"/>
              <p:nvPr/>
            </p:nvSpPr>
            <p:spPr>
              <a:xfrm>
                <a:off x="10546687" y="187389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0.8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4DE01360-AA06-DB6A-9390-764317F863E2}"/>
                  </a:ext>
                </a:extLst>
              </p:cNvPr>
              <p:cNvSpPr txBox="1"/>
              <p:nvPr/>
            </p:nvSpPr>
            <p:spPr>
              <a:xfrm>
                <a:off x="10546687" y="2271185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0.6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65FAAFF-3AB5-FD35-47A6-7C5EE449452A}"/>
                  </a:ext>
                </a:extLst>
              </p:cNvPr>
              <p:cNvSpPr txBox="1"/>
              <p:nvPr/>
            </p:nvSpPr>
            <p:spPr>
              <a:xfrm>
                <a:off x="10546687" y="2652378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0.4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2BE747F-CD78-B3B4-2E30-A8FC088AE514}"/>
                  </a:ext>
                </a:extLst>
              </p:cNvPr>
              <p:cNvSpPr txBox="1"/>
              <p:nvPr/>
            </p:nvSpPr>
            <p:spPr>
              <a:xfrm>
                <a:off x="10546687" y="3042051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0.2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327A123B-1B85-138D-6293-173649E0DE9F}"/>
                  </a:ext>
                </a:extLst>
              </p:cNvPr>
              <p:cNvSpPr txBox="1"/>
              <p:nvPr/>
            </p:nvSpPr>
            <p:spPr>
              <a:xfrm>
                <a:off x="10546687" y="3422346"/>
                <a:ext cx="69525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0.0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5CA175B-9D8A-926A-64C6-B82FBE0BF2AC}"/>
                  </a:ext>
                </a:extLst>
              </p:cNvPr>
              <p:cNvSpPr txBox="1"/>
              <p:nvPr/>
            </p:nvSpPr>
            <p:spPr>
              <a:xfrm rot="16200000">
                <a:off x="10529190" y="2480564"/>
                <a:ext cx="87675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Parameter</a:t>
                </a:r>
                <a:endParaRPr lang="ko-KR" altLang="en-US" sz="1000" dirty="0">
                  <a:latin typeface="Tahoma" panose="020B0604030504040204" pitchFamily="34" charset="0"/>
                  <a:ea typeface="HY헤드라인M" panose="02030600000101010101" pitchFamily="18" charset="-127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A526FC-AB25-BB27-F953-551D1862CE54}"/>
                </a:ext>
              </a:extLst>
            </p:cNvPr>
            <p:cNvSpPr txBox="1"/>
            <p:nvPr/>
          </p:nvSpPr>
          <p:spPr>
            <a:xfrm>
              <a:off x="1097078" y="4664286"/>
              <a:ext cx="150763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chemeClr val="accent1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discontinuity</a:t>
              </a:r>
              <a:endParaRPr lang="ko-KR" altLang="en-US" sz="900" dirty="0">
                <a:solidFill>
                  <a:schemeClr val="accent1">
                    <a:lumMod val="75000"/>
                  </a:schemeClr>
                </a:solidFill>
                <a:latin typeface="Tahoma" panose="020B0604030504040204" pitchFamily="34" charset="0"/>
                <a:ea typeface="HY헤드라인M" panose="02030600000101010101" pitchFamily="18" charset="-127"/>
                <a:cs typeface="Tahoma" panose="020B060403050404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4F104C33-9C41-94AD-CD5E-E0DF4485C327}"/>
                </a:ext>
              </a:extLst>
            </p:cNvPr>
            <p:cNvCxnSpPr>
              <a:cxnSpLocks/>
            </p:cNvCxnSpPr>
            <p:nvPr/>
          </p:nvCxnSpPr>
          <p:spPr>
            <a:xfrm>
              <a:off x="1843123" y="4892532"/>
              <a:ext cx="151349" cy="224250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03908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202</Words>
  <Application>Microsoft Office PowerPoint</Application>
  <PresentationFormat>와이드스크린</PresentationFormat>
  <Paragraphs>119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Tahoma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상호 임</dc:creator>
  <cp:lastModifiedBy>상호 임</cp:lastModifiedBy>
  <cp:revision>9</cp:revision>
  <dcterms:created xsi:type="dcterms:W3CDTF">2026-09-08T13:15:46Z</dcterms:created>
  <dcterms:modified xsi:type="dcterms:W3CDTF">2026-09-10T02:16:11Z</dcterms:modified>
</cp:coreProperties>
</file>