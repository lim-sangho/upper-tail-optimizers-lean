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3" autoAdjust="0"/>
    <p:restoredTop sz="94660"/>
  </p:normalViewPr>
  <p:slideViewPr>
    <p:cSldViewPr snapToGrid="0">
      <p:cViewPr varScale="1">
        <p:scale>
          <a:sx n="121" d="100"/>
          <a:sy n="121" d="100"/>
        </p:scale>
        <p:origin x="245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216EAC9-FCB5-4F3E-BD7D-6C5ED7B0F4B8}" type="datetimeFigureOut">
              <a:rPr lang="ko-KR" altLang="en-US" smtClean="0"/>
              <a:t>2026-09-09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5CAECAB-4F15-4FE4-94DF-81F5041076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403508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CAECAB-4F15-4FE4-94DF-81F504107687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25420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E99449-BF7D-A0E7-3A4D-34DB4B56F6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7237015-5F85-9A5D-7C62-D58C70BEAD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ABF9C48-53AB-4663-1F58-FDE7E13E54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395824-451E-4456-95B5-2ACCE9690EE1}" type="datetimeFigureOut">
              <a:rPr lang="ko-KR" altLang="en-US" smtClean="0"/>
              <a:t>2026-09-09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5932CAB-5956-9DD8-3FC9-E7673B4845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2D92556-6F05-C42F-8DEB-B2A087D7A3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D1A339-9F08-49D8-BC00-16673AB1B6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99387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6815BBC-35DF-64C1-E5A6-99114C389D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E4D9730-92F0-DCFD-E3AC-2D3D95FE82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5795987-A794-D125-788A-46D31182F2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395824-451E-4456-95B5-2ACCE9690EE1}" type="datetimeFigureOut">
              <a:rPr lang="ko-KR" altLang="en-US" smtClean="0"/>
              <a:t>2026-09-09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1F74546-0B5D-2DC2-E362-AC29EAF23E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45D60C5-2449-9FB6-FADF-5E947EEBF2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D1A339-9F08-49D8-BC00-16673AB1B6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239230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B248C7C-B75F-3E07-4CDE-E91C1E48F1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E4F2149-D2A0-8405-257B-89B1E21EE9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FA8FD15-0AFC-8B65-22DF-B8A5AE199F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395824-451E-4456-95B5-2ACCE9690EE1}" type="datetimeFigureOut">
              <a:rPr lang="ko-KR" altLang="en-US" smtClean="0"/>
              <a:t>2026-09-09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ED65B13-52B0-DB78-A07E-B07FF000E0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50E2628-369F-7EFA-D46F-E52A10F6A2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D1A339-9F08-49D8-BC00-16673AB1B6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8459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301C207-C20C-363A-E96F-F7377964DC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01187E2-FC00-3A0C-4939-8751434BB37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B71CAF5-E22D-995C-2C17-09323EDC52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7844976-6A58-F9EB-4486-DF47062C8A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395824-451E-4456-95B5-2ACCE9690EE1}" type="datetimeFigureOut">
              <a:rPr lang="ko-KR" altLang="en-US" smtClean="0"/>
              <a:t>2026-09-09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1C1D3D-0DA2-A0D3-0E4F-AF3299F104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BA60887-07CF-1A94-5A62-A5DF7A1E2B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D1A339-9F08-49D8-BC00-16673AB1B6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86857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F32E3A-A1C6-F13D-23EF-61DB7FDCB7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F683C1D-4A63-7E76-9FF6-98BA8AF23B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737BB95-678B-8A9B-AD38-CC445633CCC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A62A37A7-62C4-6F2E-F219-F127B3AF67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8BD16F1-0075-EF28-D90D-7A3EF6B8AEF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17C74E18-2F50-5B39-E692-657D47CC9E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395824-451E-4456-95B5-2ACCE9690EE1}" type="datetimeFigureOut">
              <a:rPr lang="ko-KR" altLang="en-US" smtClean="0"/>
              <a:t>2026-09-09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E6529EEB-8B9F-3F85-79D1-8EC7E5099F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576F408F-EE5E-013A-9778-C6AE0CD673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D1A339-9F08-49D8-BC00-16673AB1B6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906946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E15237-7902-6445-4FAF-AEA24BE1D9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CDB533A3-1D00-93D4-97AD-97DE72209E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395824-451E-4456-95B5-2ACCE9690EE1}" type="datetimeFigureOut">
              <a:rPr lang="ko-KR" altLang="en-US" smtClean="0"/>
              <a:t>2026-09-09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14CC6717-8C91-4252-30ED-6B5407AF5B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8780E34-65CE-CFDE-62B7-B694293783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D1A339-9F08-49D8-BC00-16673AB1B6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28649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CB4FB6B3-0DE0-467B-A044-FB9507B7CB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395824-451E-4456-95B5-2ACCE9690EE1}" type="datetimeFigureOut">
              <a:rPr lang="ko-KR" altLang="en-US" smtClean="0"/>
              <a:t>2026-09-09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7C15137A-752A-15C5-6C7D-46AA4F57BB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5BF4C8B-C712-45FA-E2E7-7F81194F9E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D1A339-9F08-49D8-BC00-16673AB1B6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537669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D83BE36-431A-4DE8-99BF-E96995CB9D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CFB5A0F-D60E-25EB-7283-7E101504D3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9FED3A9-76BC-ACE7-F245-FE0A7B2808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DC1B081-8E7A-695B-D202-301F0366A6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395824-451E-4456-95B5-2ACCE9690EE1}" type="datetimeFigureOut">
              <a:rPr lang="ko-KR" altLang="en-US" smtClean="0"/>
              <a:t>2026-09-09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FFEC7D6-0879-8E38-5A7C-2CFD89FE3D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2105710-88C6-7863-9517-D07AE7F46E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D1A339-9F08-49D8-BC00-16673AB1B6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923971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7B2441-A129-1A1B-4DA9-5679893849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500EB092-CD2A-4973-64F9-C0A88EA4B30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EF4E2E-A8E5-DFA3-55DF-DC5A3880F6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BFE36E8-F067-205B-A37C-9C6C6F2E67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395824-451E-4456-95B5-2ACCE9690EE1}" type="datetimeFigureOut">
              <a:rPr lang="ko-KR" altLang="en-US" smtClean="0"/>
              <a:t>2026-09-09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6B8519F-F0FB-5C2A-D17C-D8D3600760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2C399A1-A2B6-1D64-FF96-F6E9B802DB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D1A339-9F08-49D8-BC00-16673AB1B6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138817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24FE83-DA4B-0AE4-CB7C-46C94B3785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FBAB21A-7905-A41D-A409-CB6ABF77B8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08B183F-9CE1-554A-6EBB-BEF7C8D7B2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395824-451E-4456-95B5-2ACCE9690EE1}" type="datetimeFigureOut">
              <a:rPr lang="ko-KR" altLang="en-US" smtClean="0"/>
              <a:t>2026-09-09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AE6A578-59A6-FDA9-C125-66914FA175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10704CC-6E45-D35A-0F19-FE877D771B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D1A339-9F08-49D8-BC00-16673AB1B6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219468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9F151CEA-F841-A047-6BA2-71B493F4A97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3152F900-36CC-2850-9F62-9B2B5EF9975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47B22D4-809A-C17E-BDF8-9022F77B7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395824-451E-4456-95B5-2ACCE9690EE1}" type="datetimeFigureOut">
              <a:rPr lang="ko-KR" altLang="en-US" smtClean="0"/>
              <a:t>2026-09-09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AA153CA-6D43-7595-09FD-33F64846AB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673F0CA-0065-4036-8649-5588661C77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D1A339-9F08-49D8-BC00-16673AB1B6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658330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7EC2317-0770-3AC2-4542-6B399A974F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7369760-0F7C-4E5F-F9CB-658F6EB240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7053EE7-F729-EB8E-E400-700185B4C10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4395824-451E-4456-95B5-2ACCE9690EE1}" type="datetimeFigureOut">
              <a:rPr lang="ko-KR" altLang="en-US" smtClean="0"/>
              <a:t>2026-09-09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4925A95-C140-1715-19A4-D6D0310771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DD924BD-8496-8D98-3941-8C36139096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9D1A339-9F08-49D8-BC00-16673AB1B6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559433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9" name="그룹 118">
            <a:extLst>
              <a:ext uri="{FF2B5EF4-FFF2-40B4-BE49-F238E27FC236}">
                <a16:creationId xmlns:a16="http://schemas.microsoft.com/office/drawing/2014/main" id="{7342E523-309E-70F4-599F-73D8104FB1D1}"/>
              </a:ext>
            </a:extLst>
          </p:cNvPr>
          <p:cNvGrpSpPr/>
          <p:nvPr/>
        </p:nvGrpSpPr>
        <p:grpSpPr>
          <a:xfrm>
            <a:off x="754923" y="618168"/>
            <a:ext cx="10491127" cy="2447829"/>
            <a:chOff x="754923" y="618168"/>
            <a:chExt cx="10491127" cy="2447829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065AE57C-B9E0-D6E7-F633-75CC84A3F7F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9209" t="4256" r="13940" b="9047"/>
            <a:stretch>
              <a:fillRect/>
            </a:stretch>
          </p:blipFill>
          <p:spPr>
            <a:xfrm>
              <a:off x="5846752" y="901652"/>
              <a:ext cx="1958650" cy="1906622"/>
            </a:xfrm>
            <a:prstGeom prst="rect">
              <a:avLst/>
            </a:prstGeom>
          </p:spPr>
        </p:pic>
        <p:grpSp>
          <p:nvGrpSpPr>
            <p:cNvPr id="21" name="그룹 20">
              <a:extLst>
                <a:ext uri="{FF2B5EF4-FFF2-40B4-BE49-F238E27FC236}">
                  <a16:creationId xmlns:a16="http://schemas.microsoft.com/office/drawing/2014/main" id="{73F469B1-9766-EA7C-8562-F1A6DE43753F}"/>
                </a:ext>
              </a:extLst>
            </p:cNvPr>
            <p:cNvGrpSpPr/>
            <p:nvPr/>
          </p:nvGrpSpPr>
          <p:grpSpPr>
            <a:xfrm>
              <a:off x="10377819" y="744055"/>
              <a:ext cx="868231" cy="2271811"/>
              <a:chOff x="10373710" y="1442546"/>
              <a:chExt cx="868231" cy="2271811"/>
            </a:xfrm>
          </p:grpSpPr>
          <p:pic>
            <p:nvPicPr>
              <p:cNvPr id="12" name="그림 11">
                <a:extLst>
                  <a:ext uri="{FF2B5EF4-FFF2-40B4-BE49-F238E27FC236}">
                    <a16:creationId xmlns:a16="http://schemas.microsoft.com/office/drawing/2014/main" id="{B0A01683-1E06-0CB1-534C-CD81DAC1FA9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l="84840" t="4256" r="8010" b="9047"/>
              <a:stretch>
                <a:fillRect/>
              </a:stretch>
            </p:blipFill>
            <p:spPr>
              <a:xfrm>
                <a:off x="10373710" y="1442546"/>
                <a:ext cx="217119" cy="2271811"/>
              </a:xfrm>
              <a:prstGeom prst="rect">
                <a:avLst/>
              </a:prstGeom>
            </p:spPr>
          </p:pic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9E12056-D47F-78C1-800E-5B467661A709}"/>
                  </a:ext>
                </a:extLst>
              </p:cNvPr>
              <p:cNvSpPr txBox="1"/>
              <p:nvPr/>
            </p:nvSpPr>
            <p:spPr>
              <a:xfrm>
                <a:off x="10546687" y="1501829"/>
                <a:ext cx="695254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0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1.0</a:t>
                </a:r>
                <a:endParaRPr lang="ko-KR" altLang="en-US" sz="1000" dirty="0">
                  <a:latin typeface="Tahoma" panose="020B0604030504040204" pitchFamily="34" charset="0"/>
                  <a:ea typeface="HY헤드라인M" panose="02030600000101010101" pitchFamily="18" charset="-127"/>
                  <a:cs typeface="Tahoma" panose="020B0604030504040204" pitchFamily="34" charset="0"/>
                </a:endParaRP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7C1D875-155E-6E28-B2B5-07ADA152EB0D}"/>
                  </a:ext>
                </a:extLst>
              </p:cNvPr>
              <p:cNvSpPr txBox="1"/>
              <p:nvPr/>
            </p:nvSpPr>
            <p:spPr>
              <a:xfrm>
                <a:off x="10546687" y="1873895"/>
                <a:ext cx="695254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0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0.8</a:t>
                </a:r>
                <a:endParaRPr lang="ko-KR" altLang="en-US" sz="1000" dirty="0">
                  <a:latin typeface="Tahoma" panose="020B0604030504040204" pitchFamily="34" charset="0"/>
                  <a:ea typeface="HY헤드라인M" panose="02030600000101010101" pitchFamily="18" charset="-127"/>
                  <a:cs typeface="Tahoma" panose="020B0604030504040204" pitchFamily="34" charset="0"/>
                </a:endParaRP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DD09D07-D7B3-223D-FECF-DC6DA24CB1D2}"/>
                  </a:ext>
                </a:extLst>
              </p:cNvPr>
              <p:cNvSpPr txBox="1"/>
              <p:nvPr/>
            </p:nvSpPr>
            <p:spPr>
              <a:xfrm>
                <a:off x="10546687" y="2271185"/>
                <a:ext cx="695254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0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0.6</a:t>
                </a:r>
                <a:endParaRPr lang="ko-KR" altLang="en-US" sz="1000" dirty="0">
                  <a:latin typeface="Tahoma" panose="020B0604030504040204" pitchFamily="34" charset="0"/>
                  <a:ea typeface="HY헤드라인M" panose="02030600000101010101" pitchFamily="18" charset="-127"/>
                  <a:cs typeface="Tahoma" panose="020B0604030504040204" pitchFamily="34" charset="0"/>
                </a:endParaRP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1530B13-6D26-9484-DD3E-E76EAF024C67}"/>
                  </a:ext>
                </a:extLst>
              </p:cNvPr>
              <p:cNvSpPr txBox="1"/>
              <p:nvPr/>
            </p:nvSpPr>
            <p:spPr>
              <a:xfrm>
                <a:off x="10546687" y="2652378"/>
                <a:ext cx="695254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0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0.4</a:t>
                </a:r>
                <a:endParaRPr lang="ko-KR" altLang="en-US" sz="1000" dirty="0">
                  <a:latin typeface="Tahoma" panose="020B0604030504040204" pitchFamily="34" charset="0"/>
                  <a:ea typeface="HY헤드라인M" panose="02030600000101010101" pitchFamily="18" charset="-127"/>
                  <a:cs typeface="Tahoma" panose="020B0604030504040204" pitchFamily="34" charset="0"/>
                </a:endParaRP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6CE2D191-C976-EE9E-F3B3-F1035DA7EDCE}"/>
                  </a:ext>
                </a:extLst>
              </p:cNvPr>
              <p:cNvSpPr txBox="1"/>
              <p:nvPr/>
            </p:nvSpPr>
            <p:spPr>
              <a:xfrm>
                <a:off x="10546687" y="3042051"/>
                <a:ext cx="695254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0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0.2</a:t>
                </a:r>
                <a:endParaRPr lang="ko-KR" altLang="en-US" sz="1000" dirty="0">
                  <a:latin typeface="Tahoma" panose="020B0604030504040204" pitchFamily="34" charset="0"/>
                  <a:ea typeface="HY헤드라인M" panose="02030600000101010101" pitchFamily="18" charset="-127"/>
                  <a:cs typeface="Tahoma" panose="020B0604030504040204" pitchFamily="34" charset="0"/>
                </a:endParaRP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9ADFD94-6BA5-5720-B117-3D9C7C825D1C}"/>
                  </a:ext>
                </a:extLst>
              </p:cNvPr>
              <p:cNvSpPr txBox="1"/>
              <p:nvPr/>
            </p:nvSpPr>
            <p:spPr>
              <a:xfrm>
                <a:off x="10546687" y="3422346"/>
                <a:ext cx="695254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0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0.0</a:t>
                </a:r>
                <a:endParaRPr lang="ko-KR" altLang="en-US" sz="1000" dirty="0">
                  <a:latin typeface="Tahoma" panose="020B0604030504040204" pitchFamily="34" charset="0"/>
                  <a:ea typeface="HY헤드라인M" panose="02030600000101010101" pitchFamily="18" charset="-127"/>
                  <a:cs typeface="Tahoma" panose="020B0604030504040204" pitchFamily="34" charset="0"/>
                </a:endParaRP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41BD2E43-2DEF-3182-0D5B-5B966C59AB3D}"/>
                  </a:ext>
                </a:extLst>
              </p:cNvPr>
              <p:cNvSpPr txBox="1"/>
              <p:nvPr/>
            </p:nvSpPr>
            <p:spPr>
              <a:xfrm rot="16200000">
                <a:off x="10619937" y="2480564"/>
                <a:ext cx="695254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0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W(x,y)</a:t>
                </a:r>
                <a:endParaRPr lang="ko-KR" altLang="en-US" sz="1000" dirty="0">
                  <a:latin typeface="Tahoma" panose="020B0604030504040204" pitchFamily="34" charset="0"/>
                  <a:ea typeface="HY헤드라인M" panose="02030600000101010101" pitchFamily="18" charset="-127"/>
                  <a:cs typeface="Tahoma" panose="020B0604030504040204" pitchFamily="34" charset="0"/>
                </a:endParaRPr>
              </a:p>
            </p:txBody>
          </p: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5F16C54-732B-80FB-0862-1AE33DF0C8D0}"/>
                </a:ext>
              </a:extLst>
            </p:cNvPr>
            <p:cNvSpPr txBox="1"/>
            <p:nvPr/>
          </p:nvSpPr>
          <p:spPr>
            <a:xfrm>
              <a:off x="1194833" y="618168"/>
              <a:ext cx="167477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(a) (p, r) = (0.05, 0.2)</a:t>
              </a:r>
              <a:endParaRPr lang="ko-KR" altLang="en-US" sz="1200" dirty="0">
                <a:latin typeface="Tahoma" panose="020B0604030504040204" pitchFamily="34" charset="0"/>
                <a:ea typeface="HY헤드라인M" panose="02030600000101010101" pitchFamily="18" charset="-127"/>
                <a:cs typeface="Tahoma" panose="020B0604030504040204" pitchFamily="34" charset="0"/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C1D8339B-6926-23E5-D4A8-90700BC47B13}"/>
                </a:ext>
              </a:extLst>
            </p:cNvPr>
            <p:cNvSpPr txBox="1"/>
            <p:nvPr/>
          </p:nvSpPr>
          <p:spPr>
            <a:xfrm>
              <a:off x="3548724" y="618168"/>
              <a:ext cx="167477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(b) (p, r) = (0.1, 0.4)</a:t>
              </a:r>
              <a:endParaRPr lang="ko-KR" altLang="en-US" sz="1200" dirty="0">
                <a:latin typeface="Tahoma" panose="020B0604030504040204" pitchFamily="34" charset="0"/>
                <a:ea typeface="HY헤드라인M" panose="02030600000101010101" pitchFamily="18" charset="-127"/>
                <a:cs typeface="Tahoma" panose="020B0604030504040204" pitchFamily="34" charset="0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249ACD45-6395-C119-C40E-FB273DC88F9F}"/>
                </a:ext>
              </a:extLst>
            </p:cNvPr>
            <p:cNvSpPr txBox="1"/>
            <p:nvPr/>
          </p:nvSpPr>
          <p:spPr>
            <a:xfrm>
              <a:off x="5934273" y="618168"/>
              <a:ext cx="167477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(c) (p, r) = (0.1, 0.5)</a:t>
              </a:r>
              <a:endParaRPr lang="ko-KR" altLang="en-US" sz="1200" dirty="0">
                <a:latin typeface="Tahoma" panose="020B0604030504040204" pitchFamily="34" charset="0"/>
                <a:ea typeface="HY헤드라인M" panose="02030600000101010101" pitchFamily="18" charset="-127"/>
                <a:cs typeface="Tahoma" panose="020B0604030504040204" pitchFamily="34" charset="0"/>
              </a:endParaRP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58A14F7C-D51C-F1A5-967F-79B0632F2984}"/>
                </a:ext>
              </a:extLst>
            </p:cNvPr>
            <p:cNvSpPr txBox="1"/>
            <p:nvPr/>
          </p:nvSpPr>
          <p:spPr>
            <a:xfrm>
              <a:off x="8323668" y="618168"/>
              <a:ext cx="167477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(d) (p, r) = (0.1, 0.6)</a:t>
              </a:r>
              <a:endParaRPr lang="ko-KR" altLang="en-US" sz="1200" dirty="0">
                <a:latin typeface="Tahoma" panose="020B0604030504040204" pitchFamily="34" charset="0"/>
                <a:ea typeface="HY헤드라인M" panose="02030600000101010101" pitchFamily="18" charset="-127"/>
                <a:cs typeface="Tahoma" panose="020B0604030504040204" pitchFamily="34" charset="0"/>
              </a:endParaRP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53F68E3-6162-8C4B-87AD-30277ECDA962}"/>
                </a:ext>
              </a:extLst>
            </p:cNvPr>
            <p:cNvSpPr txBox="1"/>
            <p:nvPr/>
          </p:nvSpPr>
          <p:spPr>
            <a:xfrm>
              <a:off x="1278401" y="2788998"/>
              <a:ext cx="150763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x</a:t>
              </a:r>
              <a:endParaRPr lang="ko-KR" altLang="en-US" sz="1200" dirty="0">
                <a:latin typeface="Tahoma" panose="020B0604030504040204" pitchFamily="34" charset="0"/>
                <a:ea typeface="HY헤드라인M" panose="02030600000101010101" pitchFamily="18" charset="-127"/>
                <a:cs typeface="Tahoma" panose="020B0604030504040204" pitchFamily="34" charset="0"/>
              </a:endParaRP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C0A722ED-EBA3-5B79-3D7E-0C4A56A08DCA}"/>
                </a:ext>
              </a:extLst>
            </p:cNvPr>
            <p:cNvSpPr txBox="1"/>
            <p:nvPr/>
          </p:nvSpPr>
          <p:spPr>
            <a:xfrm>
              <a:off x="3667951" y="2788998"/>
              <a:ext cx="150763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x</a:t>
              </a:r>
              <a:endParaRPr lang="ko-KR" altLang="en-US" sz="1200" dirty="0">
                <a:latin typeface="Tahoma" panose="020B0604030504040204" pitchFamily="34" charset="0"/>
                <a:ea typeface="HY헤드라인M" panose="02030600000101010101" pitchFamily="18" charset="-127"/>
                <a:cs typeface="Tahoma" panose="020B0604030504040204" pitchFamily="34" charset="0"/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A9C8ABD0-8AC7-30CF-065C-61A5255A76DD}"/>
                </a:ext>
              </a:extLst>
            </p:cNvPr>
            <p:cNvSpPr txBox="1"/>
            <p:nvPr/>
          </p:nvSpPr>
          <p:spPr>
            <a:xfrm>
              <a:off x="6053500" y="2788998"/>
              <a:ext cx="150763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x</a:t>
              </a:r>
              <a:endParaRPr lang="ko-KR" altLang="en-US" sz="1200" dirty="0">
                <a:latin typeface="Tahoma" panose="020B0604030504040204" pitchFamily="34" charset="0"/>
                <a:ea typeface="HY헤드라인M" panose="02030600000101010101" pitchFamily="18" charset="-127"/>
                <a:cs typeface="Tahoma" panose="020B0604030504040204" pitchFamily="34" charset="0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8C9C3986-411E-362C-3BA0-E97957025EFB}"/>
                </a:ext>
              </a:extLst>
            </p:cNvPr>
            <p:cNvSpPr txBox="1"/>
            <p:nvPr/>
          </p:nvSpPr>
          <p:spPr>
            <a:xfrm>
              <a:off x="8407236" y="2788998"/>
              <a:ext cx="150763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x</a:t>
              </a:r>
              <a:endParaRPr lang="ko-KR" altLang="en-US" sz="1200" dirty="0">
                <a:latin typeface="Tahoma" panose="020B0604030504040204" pitchFamily="34" charset="0"/>
                <a:ea typeface="HY헤드라인M" panose="02030600000101010101" pitchFamily="18" charset="-127"/>
                <a:cs typeface="Tahoma" panose="020B0604030504040204" pitchFamily="34" charset="0"/>
              </a:endParaRP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EFCC7155-4F06-C2D0-7C69-0B6B8096560C}"/>
                </a:ext>
              </a:extLst>
            </p:cNvPr>
            <p:cNvSpPr txBox="1"/>
            <p:nvPr/>
          </p:nvSpPr>
          <p:spPr>
            <a:xfrm>
              <a:off x="755887" y="2754235"/>
              <a:ext cx="439909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0.0</a:t>
              </a:r>
              <a:endParaRPr lang="ko-KR" altLang="en-US" sz="1000" dirty="0">
                <a:latin typeface="Tahoma" panose="020B0604030504040204" pitchFamily="34" charset="0"/>
                <a:ea typeface="HY헤드라인M" panose="02030600000101010101" pitchFamily="18" charset="-127"/>
                <a:cs typeface="Tahoma" panose="020B0604030504040204" pitchFamily="34" charset="0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A9FA6912-4A1E-4675-2CD4-8AFB2330C03E}"/>
                </a:ext>
              </a:extLst>
            </p:cNvPr>
            <p:cNvSpPr txBox="1"/>
            <p:nvPr/>
          </p:nvSpPr>
          <p:spPr>
            <a:xfrm>
              <a:off x="2793310" y="2751379"/>
              <a:ext cx="439909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0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1.0</a:t>
              </a:r>
              <a:endParaRPr lang="ko-KR" altLang="en-US" sz="1000" dirty="0">
                <a:latin typeface="Tahoma" panose="020B0604030504040204" pitchFamily="34" charset="0"/>
                <a:ea typeface="HY헤드라인M" panose="02030600000101010101" pitchFamily="18" charset="-127"/>
                <a:cs typeface="Tahoma" panose="020B0604030504040204" pitchFamily="34" charset="0"/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513FC143-0D86-27D0-8130-79C369661BE4}"/>
                </a:ext>
              </a:extLst>
            </p:cNvPr>
            <p:cNvSpPr txBox="1"/>
            <p:nvPr/>
          </p:nvSpPr>
          <p:spPr>
            <a:xfrm>
              <a:off x="754923" y="778541"/>
              <a:ext cx="439909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1.0</a:t>
              </a:r>
              <a:endParaRPr lang="ko-KR" altLang="en-US" sz="1000" dirty="0">
                <a:latin typeface="Tahoma" panose="020B0604030504040204" pitchFamily="34" charset="0"/>
                <a:ea typeface="HY헤드라인M" panose="02030600000101010101" pitchFamily="18" charset="-127"/>
                <a:cs typeface="Tahoma" panose="020B0604030504040204" pitchFamily="34" charset="0"/>
              </a:endParaRP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5776E081-488B-1CD2-3772-7B79BFB74528}"/>
                </a:ext>
              </a:extLst>
            </p:cNvPr>
            <p:cNvSpPr txBox="1"/>
            <p:nvPr/>
          </p:nvSpPr>
          <p:spPr>
            <a:xfrm>
              <a:off x="818452" y="1709978"/>
              <a:ext cx="29679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y</a:t>
              </a:r>
              <a:endParaRPr lang="ko-KR" altLang="en-US" sz="1200" dirty="0">
                <a:latin typeface="Tahoma" panose="020B0604030504040204" pitchFamily="34" charset="0"/>
                <a:ea typeface="HY헤드라인M" panose="02030600000101010101" pitchFamily="18" charset="-127"/>
                <a:cs typeface="Tahoma" panose="020B0604030504040204" pitchFamily="34" charset="0"/>
              </a:endParaRP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90D2EBB0-824E-DB4C-EAF2-DE44D232318D}"/>
                </a:ext>
              </a:extLst>
            </p:cNvPr>
            <p:cNvSpPr txBox="1"/>
            <p:nvPr/>
          </p:nvSpPr>
          <p:spPr>
            <a:xfrm>
              <a:off x="3109097" y="2754235"/>
              <a:ext cx="439909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0.0</a:t>
              </a:r>
              <a:endParaRPr lang="ko-KR" altLang="en-US" sz="1000" dirty="0">
                <a:latin typeface="Tahoma" panose="020B0604030504040204" pitchFamily="34" charset="0"/>
                <a:ea typeface="HY헤드라인M" panose="02030600000101010101" pitchFamily="18" charset="-127"/>
                <a:cs typeface="Tahoma" panose="020B0604030504040204" pitchFamily="34" charset="0"/>
              </a:endParaRP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5608FBD8-197F-6473-E0DF-CE80B8D11EDE}"/>
                </a:ext>
              </a:extLst>
            </p:cNvPr>
            <p:cNvSpPr txBox="1"/>
            <p:nvPr/>
          </p:nvSpPr>
          <p:spPr>
            <a:xfrm>
              <a:off x="5146520" y="2751379"/>
              <a:ext cx="439909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0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1.0</a:t>
              </a:r>
              <a:endParaRPr lang="ko-KR" altLang="en-US" sz="1000" dirty="0">
                <a:latin typeface="Tahoma" panose="020B0604030504040204" pitchFamily="34" charset="0"/>
                <a:ea typeface="HY헤드라인M" panose="02030600000101010101" pitchFamily="18" charset="-127"/>
                <a:cs typeface="Tahoma" panose="020B0604030504040204" pitchFamily="34" charset="0"/>
              </a:endParaRP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57E61C8C-B0C6-AA39-68F0-7F9B40DD34A3}"/>
                </a:ext>
              </a:extLst>
            </p:cNvPr>
            <p:cNvSpPr txBox="1"/>
            <p:nvPr/>
          </p:nvSpPr>
          <p:spPr>
            <a:xfrm>
              <a:off x="3108133" y="778541"/>
              <a:ext cx="439909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1.0</a:t>
              </a:r>
              <a:endParaRPr lang="ko-KR" altLang="en-US" sz="1000" dirty="0">
                <a:latin typeface="Tahoma" panose="020B0604030504040204" pitchFamily="34" charset="0"/>
                <a:ea typeface="HY헤드라인M" panose="02030600000101010101" pitchFamily="18" charset="-127"/>
                <a:cs typeface="Tahoma" panose="020B0604030504040204" pitchFamily="34" charset="0"/>
              </a:endParaRP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50481512-01A3-EAB8-D2F8-11344DD820E7}"/>
                </a:ext>
              </a:extLst>
            </p:cNvPr>
            <p:cNvSpPr txBox="1"/>
            <p:nvPr/>
          </p:nvSpPr>
          <p:spPr>
            <a:xfrm>
              <a:off x="3171662" y="1709978"/>
              <a:ext cx="29679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y</a:t>
              </a:r>
              <a:endParaRPr lang="ko-KR" altLang="en-US" sz="1200" dirty="0">
                <a:latin typeface="Tahoma" panose="020B0604030504040204" pitchFamily="34" charset="0"/>
                <a:ea typeface="HY헤드라인M" panose="02030600000101010101" pitchFamily="18" charset="-127"/>
                <a:cs typeface="Tahoma" panose="020B0604030504040204" pitchFamily="34" charset="0"/>
              </a:endParaRP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FCDA7E63-3918-E318-1541-E7893EE0509E}"/>
                </a:ext>
              </a:extLst>
            </p:cNvPr>
            <p:cNvSpPr txBox="1"/>
            <p:nvPr/>
          </p:nvSpPr>
          <p:spPr>
            <a:xfrm>
              <a:off x="5504798" y="2754235"/>
              <a:ext cx="439909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0.0</a:t>
              </a:r>
              <a:endParaRPr lang="ko-KR" altLang="en-US" sz="1000" dirty="0">
                <a:latin typeface="Tahoma" panose="020B0604030504040204" pitchFamily="34" charset="0"/>
                <a:ea typeface="HY헤드라인M" panose="02030600000101010101" pitchFamily="18" charset="-127"/>
                <a:cs typeface="Tahoma" panose="020B0604030504040204" pitchFamily="34" charset="0"/>
              </a:endParaRP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77F48630-BE9E-D13A-BC29-D9D185127108}"/>
                </a:ext>
              </a:extLst>
            </p:cNvPr>
            <p:cNvSpPr txBox="1"/>
            <p:nvPr/>
          </p:nvSpPr>
          <p:spPr>
            <a:xfrm>
              <a:off x="7542221" y="2751379"/>
              <a:ext cx="439909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0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1.0</a:t>
              </a:r>
              <a:endParaRPr lang="ko-KR" altLang="en-US" sz="1000" dirty="0">
                <a:latin typeface="Tahoma" panose="020B0604030504040204" pitchFamily="34" charset="0"/>
                <a:ea typeface="HY헤드라인M" panose="02030600000101010101" pitchFamily="18" charset="-127"/>
                <a:cs typeface="Tahoma" panose="020B0604030504040204" pitchFamily="34" charset="0"/>
              </a:endParaRP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FAE05ADA-2AE1-5164-DC3F-7B7B509E827E}"/>
                </a:ext>
              </a:extLst>
            </p:cNvPr>
            <p:cNvSpPr txBox="1"/>
            <p:nvPr/>
          </p:nvSpPr>
          <p:spPr>
            <a:xfrm>
              <a:off x="5503834" y="778541"/>
              <a:ext cx="439909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1.0</a:t>
              </a:r>
              <a:endParaRPr lang="ko-KR" altLang="en-US" sz="1000" dirty="0">
                <a:latin typeface="Tahoma" panose="020B0604030504040204" pitchFamily="34" charset="0"/>
                <a:ea typeface="HY헤드라인M" panose="02030600000101010101" pitchFamily="18" charset="-127"/>
                <a:cs typeface="Tahoma" panose="020B0604030504040204" pitchFamily="34" charset="0"/>
              </a:endParaRP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76B90FDC-6F00-ED52-7CFB-E455E0CAF530}"/>
                </a:ext>
              </a:extLst>
            </p:cNvPr>
            <p:cNvSpPr txBox="1"/>
            <p:nvPr/>
          </p:nvSpPr>
          <p:spPr>
            <a:xfrm>
              <a:off x="5567363" y="1709978"/>
              <a:ext cx="29679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y</a:t>
              </a:r>
              <a:endParaRPr lang="ko-KR" altLang="en-US" sz="1200" dirty="0">
                <a:latin typeface="Tahoma" panose="020B0604030504040204" pitchFamily="34" charset="0"/>
                <a:ea typeface="HY헤드라인M" panose="02030600000101010101" pitchFamily="18" charset="-127"/>
                <a:cs typeface="Tahoma" panose="020B0604030504040204" pitchFamily="34" charset="0"/>
              </a:endParaRP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5C267BBE-578A-AC8F-D585-A9FA4DD45526}"/>
                </a:ext>
              </a:extLst>
            </p:cNvPr>
            <p:cNvSpPr txBox="1"/>
            <p:nvPr/>
          </p:nvSpPr>
          <p:spPr>
            <a:xfrm>
              <a:off x="7902547" y="2754235"/>
              <a:ext cx="439909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0.0</a:t>
              </a:r>
              <a:endParaRPr lang="ko-KR" altLang="en-US" sz="1000" dirty="0">
                <a:latin typeface="Tahoma" panose="020B0604030504040204" pitchFamily="34" charset="0"/>
                <a:ea typeface="HY헤드라인M" panose="02030600000101010101" pitchFamily="18" charset="-127"/>
                <a:cs typeface="Tahoma" panose="020B0604030504040204" pitchFamily="34" charset="0"/>
              </a:endParaRPr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D219CE7F-0E4A-341A-51D3-3C3E3C23DB64}"/>
                </a:ext>
              </a:extLst>
            </p:cNvPr>
            <p:cNvSpPr txBox="1"/>
            <p:nvPr/>
          </p:nvSpPr>
          <p:spPr>
            <a:xfrm>
              <a:off x="9939970" y="2751379"/>
              <a:ext cx="439909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0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1.0</a:t>
              </a:r>
              <a:endParaRPr lang="ko-KR" altLang="en-US" sz="1000" dirty="0">
                <a:latin typeface="Tahoma" panose="020B0604030504040204" pitchFamily="34" charset="0"/>
                <a:ea typeface="HY헤드라인M" panose="02030600000101010101" pitchFamily="18" charset="-127"/>
                <a:cs typeface="Tahoma" panose="020B0604030504040204" pitchFamily="34" charset="0"/>
              </a:endParaRP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4DDDDA22-84F5-EF46-7C96-63CCB3D8E077}"/>
                </a:ext>
              </a:extLst>
            </p:cNvPr>
            <p:cNvSpPr txBox="1"/>
            <p:nvPr/>
          </p:nvSpPr>
          <p:spPr>
            <a:xfrm>
              <a:off x="7901583" y="778541"/>
              <a:ext cx="439909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1.0</a:t>
              </a:r>
              <a:endParaRPr lang="ko-KR" altLang="en-US" sz="1000" dirty="0">
                <a:latin typeface="Tahoma" panose="020B0604030504040204" pitchFamily="34" charset="0"/>
                <a:ea typeface="HY헤드라인M" panose="02030600000101010101" pitchFamily="18" charset="-127"/>
                <a:cs typeface="Tahoma" panose="020B0604030504040204" pitchFamily="34" charset="0"/>
              </a:endParaRP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513D7EBD-F82E-9020-DB00-483BD945F3FF}"/>
                </a:ext>
              </a:extLst>
            </p:cNvPr>
            <p:cNvSpPr txBox="1"/>
            <p:nvPr/>
          </p:nvSpPr>
          <p:spPr>
            <a:xfrm>
              <a:off x="7965112" y="1709978"/>
              <a:ext cx="29679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y</a:t>
              </a:r>
              <a:endParaRPr lang="ko-KR" altLang="en-US" sz="1200" dirty="0">
                <a:latin typeface="Tahoma" panose="020B0604030504040204" pitchFamily="34" charset="0"/>
                <a:ea typeface="HY헤드라인M" panose="02030600000101010101" pitchFamily="18" charset="-127"/>
                <a:cs typeface="Tahoma" panose="020B0604030504040204" pitchFamily="34" charset="0"/>
              </a:endParaRPr>
            </a:p>
          </p:txBody>
        </p:sp>
        <p:pic>
          <p:nvPicPr>
            <p:cNvPr id="64" name="그림 63">
              <a:extLst>
                <a:ext uri="{FF2B5EF4-FFF2-40B4-BE49-F238E27FC236}">
                  <a16:creationId xmlns:a16="http://schemas.microsoft.com/office/drawing/2014/main" id="{9AA21C0E-6FC4-94C3-AD37-A9F72FC4552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9062" t="4532" r="13341" b="8980"/>
            <a:stretch>
              <a:fillRect/>
            </a:stretch>
          </p:blipFill>
          <p:spPr>
            <a:xfrm>
              <a:off x="1111992" y="901651"/>
              <a:ext cx="1963995" cy="1888911"/>
            </a:xfrm>
            <a:prstGeom prst="rect">
              <a:avLst/>
            </a:prstGeom>
          </p:spPr>
        </p:pic>
        <p:pic>
          <p:nvPicPr>
            <p:cNvPr id="70" name="그림 69">
              <a:extLst>
                <a:ext uri="{FF2B5EF4-FFF2-40B4-BE49-F238E27FC236}">
                  <a16:creationId xmlns:a16="http://schemas.microsoft.com/office/drawing/2014/main" id="{72E5B2DD-985D-D079-37D6-E5B6397A4F2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9140" t="4169" r="13940" b="9134"/>
            <a:stretch>
              <a:fillRect/>
            </a:stretch>
          </p:blipFill>
          <p:spPr>
            <a:xfrm>
              <a:off x="3451860" y="895167"/>
              <a:ext cx="1960392" cy="1906622"/>
            </a:xfrm>
            <a:custGeom>
              <a:avLst/>
              <a:gdLst>
                <a:gd name="csX0" fmla="*/ 0 w 1960392"/>
                <a:gd name="csY0" fmla="*/ 0 h 1906622"/>
                <a:gd name="csX1" fmla="*/ 1960392 w 1960392"/>
                <a:gd name="csY1" fmla="*/ 0 h 1906622"/>
                <a:gd name="csX2" fmla="*/ 1960392 w 1960392"/>
                <a:gd name="csY2" fmla="*/ 1906622 h 1906622"/>
                <a:gd name="csX3" fmla="*/ 0 w 1960392"/>
                <a:gd name="csY3" fmla="*/ 1906622 h 19066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960392" h="1906622">
                  <a:moveTo>
                    <a:pt x="0" y="0"/>
                  </a:moveTo>
                  <a:lnTo>
                    <a:pt x="1960392" y="0"/>
                  </a:lnTo>
                  <a:lnTo>
                    <a:pt x="1960392" y="1906622"/>
                  </a:lnTo>
                  <a:lnTo>
                    <a:pt x="0" y="1906622"/>
                  </a:lnTo>
                  <a:close/>
                </a:path>
              </a:pathLst>
            </a:custGeom>
          </p:spPr>
        </p:pic>
        <p:pic>
          <p:nvPicPr>
            <p:cNvPr id="72" name="그림 71">
              <a:extLst>
                <a:ext uri="{FF2B5EF4-FFF2-40B4-BE49-F238E27FC236}">
                  <a16:creationId xmlns:a16="http://schemas.microsoft.com/office/drawing/2014/main" id="{000C544A-D5AB-CA3B-2C48-7CFFF7D8821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8998" t="4256" r="16096" b="9047"/>
            <a:stretch>
              <a:fillRect/>
            </a:stretch>
          </p:blipFill>
          <p:spPr>
            <a:xfrm>
              <a:off x="8225435" y="908137"/>
              <a:ext cx="1909079" cy="1906622"/>
            </a:xfrm>
            <a:custGeom>
              <a:avLst/>
              <a:gdLst>
                <a:gd name="csX0" fmla="*/ 0 w 1909079"/>
                <a:gd name="csY0" fmla="*/ 0 h 1906622"/>
                <a:gd name="csX1" fmla="*/ 1909079 w 1909079"/>
                <a:gd name="csY1" fmla="*/ 0 h 1906622"/>
                <a:gd name="csX2" fmla="*/ 1909079 w 1909079"/>
                <a:gd name="csY2" fmla="*/ 1906622 h 1906622"/>
                <a:gd name="csX3" fmla="*/ 3810 w 1909079"/>
                <a:gd name="csY3" fmla="*/ 1906622 h 1906622"/>
                <a:gd name="csX4" fmla="*/ 3810 w 1909079"/>
                <a:gd name="csY4" fmla="*/ 9810 h 1906622"/>
                <a:gd name="csX5" fmla="*/ 0 w 1909079"/>
                <a:gd name="csY5" fmla="*/ 9810 h 19066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909079" h="1906622">
                  <a:moveTo>
                    <a:pt x="0" y="0"/>
                  </a:moveTo>
                  <a:lnTo>
                    <a:pt x="1909079" y="0"/>
                  </a:lnTo>
                  <a:lnTo>
                    <a:pt x="1909079" y="1906622"/>
                  </a:lnTo>
                  <a:lnTo>
                    <a:pt x="3810" y="1906622"/>
                  </a:lnTo>
                  <a:lnTo>
                    <a:pt x="3810" y="9810"/>
                  </a:lnTo>
                  <a:lnTo>
                    <a:pt x="0" y="9810"/>
                  </a:lnTo>
                  <a:close/>
                </a:path>
              </a:pathLst>
            </a:custGeom>
          </p:spPr>
        </p:pic>
      </p:grpSp>
      <p:grpSp>
        <p:nvGrpSpPr>
          <p:cNvPr id="118" name="그룹 117">
            <a:extLst>
              <a:ext uri="{FF2B5EF4-FFF2-40B4-BE49-F238E27FC236}">
                <a16:creationId xmlns:a16="http://schemas.microsoft.com/office/drawing/2014/main" id="{D90B985F-2FBF-E643-826E-1D52F14FFCDD}"/>
              </a:ext>
            </a:extLst>
          </p:cNvPr>
          <p:cNvGrpSpPr/>
          <p:nvPr/>
        </p:nvGrpSpPr>
        <p:grpSpPr>
          <a:xfrm>
            <a:off x="730155" y="3258685"/>
            <a:ext cx="10515895" cy="2477271"/>
            <a:chOff x="730155" y="3258685"/>
            <a:chExt cx="10515895" cy="2477271"/>
          </a:xfrm>
        </p:grpSpPr>
        <p:pic>
          <p:nvPicPr>
            <p:cNvPr id="69" name="그림 68">
              <a:extLst>
                <a:ext uri="{FF2B5EF4-FFF2-40B4-BE49-F238E27FC236}">
                  <a16:creationId xmlns:a16="http://schemas.microsoft.com/office/drawing/2014/main" id="{F1D2780E-47F9-FACB-6C35-44F70EEA24E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r="74864"/>
            <a:stretch>
              <a:fillRect/>
            </a:stretch>
          </p:blipFill>
          <p:spPr>
            <a:xfrm>
              <a:off x="1028964" y="3520297"/>
              <a:ext cx="1968753" cy="1993763"/>
            </a:xfrm>
            <a:prstGeom prst="rect">
              <a:avLst/>
            </a:prstGeom>
          </p:spPr>
        </p:pic>
        <p:pic>
          <p:nvPicPr>
            <p:cNvPr id="71" name="그림 70">
              <a:extLst>
                <a:ext uri="{FF2B5EF4-FFF2-40B4-BE49-F238E27FC236}">
                  <a16:creationId xmlns:a16="http://schemas.microsoft.com/office/drawing/2014/main" id="{CBD8D4B7-8C7E-FB42-9D76-F4E3288B313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l="25273" r="50025"/>
            <a:stretch>
              <a:fillRect/>
            </a:stretch>
          </p:blipFill>
          <p:spPr>
            <a:xfrm>
              <a:off x="3417276" y="3520297"/>
              <a:ext cx="1934702" cy="1993763"/>
            </a:xfrm>
            <a:prstGeom prst="rect">
              <a:avLst/>
            </a:prstGeom>
          </p:spPr>
        </p:pic>
        <p:pic>
          <p:nvPicPr>
            <p:cNvPr id="74" name="그림 73">
              <a:extLst>
                <a:ext uri="{FF2B5EF4-FFF2-40B4-BE49-F238E27FC236}">
                  <a16:creationId xmlns:a16="http://schemas.microsoft.com/office/drawing/2014/main" id="{AC559C7D-32F7-80C9-AC56-3102A62093A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l="50052" r="25244"/>
            <a:stretch>
              <a:fillRect/>
            </a:stretch>
          </p:blipFill>
          <p:spPr>
            <a:xfrm>
              <a:off x="5821152" y="3520296"/>
              <a:ext cx="1934943" cy="1993763"/>
            </a:xfrm>
            <a:prstGeom prst="rect">
              <a:avLst/>
            </a:prstGeom>
          </p:spPr>
        </p:pic>
        <p:pic>
          <p:nvPicPr>
            <p:cNvPr id="75" name="그림 74">
              <a:extLst>
                <a:ext uri="{FF2B5EF4-FFF2-40B4-BE49-F238E27FC236}">
                  <a16:creationId xmlns:a16="http://schemas.microsoft.com/office/drawing/2014/main" id="{780CBF1A-E73C-D832-C68E-8E2D9A1B9A2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l="74791" r="1"/>
            <a:stretch>
              <a:fillRect/>
            </a:stretch>
          </p:blipFill>
          <p:spPr>
            <a:xfrm>
              <a:off x="8223148" y="3520295"/>
              <a:ext cx="1974380" cy="1993763"/>
            </a:xfrm>
            <a:prstGeom prst="rect">
              <a:avLst/>
            </a:prstGeom>
          </p:spPr>
        </p:pic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8D4BE385-74E4-9076-5B61-16D4FC8232D3}"/>
                </a:ext>
              </a:extLst>
            </p:cNvPr>
            <p:cNvSpPr txBox="1"/>
            <p:nvPr/>
          </p:nvSpPr>
          <p:spPr>
            <a:xfrm>
              <a:off x="806455" y="3258685"/>
              <a:ext cx="2401996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dirty="0">
                  <a:latin typeface="Tahoma" panose="020B0604030504040204" pitchFamily="34" charset="0"/>
                  <a:ea typeface="HY헤드라인M" panose="02030600000101010101" pitchFamily="18" charset="-127"/>
                  <a:cs typeface="Tahoma" panose="020B0604030504040204" pitchFamily="34" charset="0"/>
                </a:rPr>
                <a:t>(a) Larger within-block density </a:t>
              </a:r>
              <a:endParaRPr lang="ko-KR" altLang="en-US" sz="1100" dirty="0">
                <a:latin typeface="Tahoma" panose="020B0604030504040204" pitchFamily="34" charset="0"/>
                <a:ea typeface="HY헤드라인M" panose="02030600000101010101" pitchFamily="18" charset="-127"/>
                <a:cs typeface="Tahoma" panose="020B0604030504040204" pitchFamily="34" charset="0"/>
              </a:endParaRPr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4AF884AA-51A0-93EC-1003-BC35134D6D19}"/>
                </a:ext>
              </a:extLst>
            </p:cNvPr>
            <p:cNvSpPr txBox="1"/>
            <p:nvPr/>
          </p:nvSpPr>
          <p:spPr>
            <a:xfrm>
              <a:off x="1253633" y="5458957"/>
              <a:ext cx="150763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p</a:t>
              </a:r>
              <a:endParaRPr lang="ko-KR" altLang="en-US" sz="1200" dirty="0">
                <a:latin typeface="Tahoma" panose="020B0604030504040204" pitchFamily="34" charset="0"/>
                <a:ea typeface="HY헤드라인M" panose="02030600000101010101" pitchFamily="18" charset="-127"/>
                <a:cs typeface="Tahoma" panose="020B0604030504040204" pitchFamily="34" charset="0"/>
              </a:endParaRP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B74089D7-5401-A3D3-DA85-8225DB8793D1}"/>
                </a:ext>
              </a:extLst>
            </p:cNvPr>
            <p:cNvSpPr txBox="1"/>
            <p:nvPr/>
          </p:nvSpPr>
          <p:spPr>
            <a:xfrm>
              <a:off x="731119" y="5424194"/>
              <a:ext cx="439909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0.0</a:t>
              </a:r>
              <a:endParaRPr lang="ko-KR" altLang="en-US" sz="1000" dirty="0">
                <a:latin typeface="Tahoma" panose="020B0604030504040204" pitchFamily="34" charset="0"/>
                <a:ea typeface="HY헤드라인M" panose="02030600000101010101" pitchFamily="18" charset="-127"/>
                <a:cs typeface="Tahoma" panose="020B0604030504040204" pitchFamily="34" charset="0"/>
              </a:endParaRP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21A621CC-9AC7-5B3B-30F3-A99E774AB531}"/>
                </a:ext>
              </a:extLst>
            </p:cNvPr>
            <p:cNvSpPr txBox="1"/>
            <p:nvPr/>
          </p:nvSpPr>
          <p:spPr>
            <a:xfrm>
              <a:off x="2768542" y="5421338"/>
              <a:ext cx="439909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0.12</a:t>
              </a:r>
              <a:endParaRPr lang="ko-KR" altLang="en-US" sz="1000" dirty="0">
                <a:latin typeface="Tahoma" panose="020B0604030504040204" pitchFamily="34" charset="0"/>
                <a:ea typeface="HY헤드라인M" panose="02030600000101010101" pitchFamily="18" charset="-127"/>
                <a:cs typeface="Tahoma" panose="020B0604030504040204" pitchFamily="34" charset="0"/>
              </a:endParaRPr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F4AF7EA4-1F31-2703-9DB2-4F6FF3D1F4EF}"/>
                </a:ext>
              </a:extLst>
            </p:cNvPr>
            <p:cNvSpPr txBox="1"/>
            <p:nvPr/>
          </p:nvSpPr>
          <p:spPr>
            <a:xfrm>
              <a:off x="730155" y="3448500"/>
              <a:ext cx="439909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1.0</a:t>
              </a:r>
              <a:endParaRPr lang="ko-KR" altLang="en-US" sz="1000" dirty="0">
                <a:latin typeface="Tahoma" panose="020B0604030504040204" pitchFamily="34" charset="0"/>
                <a:ea typeface="HY헤드라인M" panose="02030600000101010101" pitchFamily="18" charset="-127"/>
                <a:cs typeface="Tahoma" panose="020B0604030504040204" pitchFamily="34" charset="0"/>
              </a:endParaRPr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807DC502-B792-2900-962F-96C0B603DFF1}"/>
                </a:ext>
              </a:extLst>
            </p:cNvPr>
            <p:cNvSpPr txBox="1"/>
            <p:nvPr/>
          </p:nvSpPr>
          <p:spPr>
            <a:xfrm>
              <a:off x="793684" y="4379937"/>
              <a:ext cx="29679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r</a:t>
              </a:r>
              <a:endParaRPr lang="ko-KR" altLang="en-US" sz="1200" dirty="0">
                <a:latin typeface="Tahoma" panose="020B0604030504040204" pitchFamily="34" charset="0"/>
                <a:ea typeface="HY헤드라인M" panose="02030600000101010101" pitchFamily="18" charset="-127"/>
                <a:cs typeface="Tahoma" panose="020B0604030504040204" pitchFamily="34" charset="0"/>
              </a:endParaRPr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BD73A5E9-B7FF-95D9-EFEE-72E3FFD9A953}"/>
                </a:ext>
              </a:extLst>
            </p:cNvPr>
            <p:cNvSpPr txBox="1"/>
            <p:nvPr/>
          </p:nvSpPr>
          <p:spPr>
            <a:xfrm>
              <a:off x="3165113" y="3258685"/>
              <a:ext cx="2401996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dirty="0">
                  <a:latin typeface="Tahoma" panose="020B0604030504040204" pitchFamily="34" charset="0"/>
                  <a:ea typeface="HY헤드라인M" panose="02030600000101010101" pitchFamily="18" charset="-127"/>
                  <a:cs typeface="Tahoma" panose="020B0604030504040204" pitchFamily="34" charset="0"/>
                </a:rPr>
                <a:t>(b) Smaller within-block density </a:t>
              </a:r>
              <a:endParaRPr lang="ko-KR" altLang="en-US" sz="1100" dirty="0">
                <a:latin typeface="Tahoma" panose="020B0604030504040204" pitchFamily="34" charset="0"/>
                <a:ea typeface="HY헤드라인M" panose="02030600000101010101" pitchFamily="18" charset="-127"/>
                <a:cs typeface="Tahoma" panose="020B0604030504040204" pitchFamily="34" charset="0"/>
              </a:endParaRPr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F2147E83-E45F-45ED-34F7-5A44D2CE834A}"/>
                </a:ext>
              </a:extLst>
            </p:cNvPr>
            <p:cNvSpPr txBox="1"/>
            <p:nvPr/>
          </p:nvSpPr>
          <p:spPr>
            <a:xfrm>
              <a:off x="5606021" y="3258685"/>
              <a:ext cx="2401996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dirty="0">
                  <a:latin typeface="Tahoma" panose="020B0604030504040204" pitchFamily="34" charset="0"/>
                  <a:ea typeface="HY헤드라인M" panose="02030600000101010101" pitchFamily="18" charset="-127"/>
                  <a:cs typeface="Tahoma" panose="020B0604030504040204" pitchFamily="34" charset="0"/>
                </a:rPr>
                <a:t>(c) Cross-block density </a:t>
              </a:r>
              <a:endParaRPr lang="ko-KR" altLang="en-US" sz="1100" dirty="0">
                <a:latin typeface="Tahoma" panose="020B0604030504040204" pitchFamily="34" charset="0"/>
                <a:ea typeface="HY헤드라인M" panose="02030600000101010101" pitchFamily="18" charset="-127"/>
                <a:cs typeface="Tahoma" panose="020B0604030504040204" pitchFamily="34" charset="0"/>
              </a:endParaRPr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57D69762-9152-5244-D733-99F6D286FD12}"/>
                </a:ext>
              </a:extLst>
            </p:cNvPr>
            <p:cNvSpPr txBox="1"/>
            <p:nvPr/>
          </p:nvSpPr>
          <p:spPr>
            <a:xfrm>
              <a:off x="7975623" y="3258685"/>
              <a:ext cx="2401996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dirty="0">
                  <a:latin typeface="Tahoma" panose="020B0604030504040204" pitchFamily="34" charset="0"/>
                  <a:ea typeface="HY헤드라인M" panose="02030600000101010101" pitchFamily="18" charset="-127"/>
                  <a:cs typeface="Tahoma" panose="020B0604030504040204" pitchFamily="34" charset="0"/>
                </a:rPr>
                <a:t>(d) Weight of the denser block</a:t>
              </a:r>
              <a:endParaRPr lang="ko-KR" altLang="en-US" sz="1100" dirty="0">
                <a:latin typeface="Tahoma" panose="020B0604030504040204" pitchFamily="34" charset="0"/>
                <a:ea typeface="HY헤드라인M" panose="02030600000101010101" pitchFamily="18" charset="-127"/>
                <a:cs typeface="Tahoma" panose="020B0604030504040204" pitchFamily="34" charset="0"/>
              </a:endParaRPr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31BF80C9-26C6-2926-63F5-4563730F8029}"/>
                </a:ext>
              </a:extLst>
            </p:cNvPr>
            <p:cNvSpPr txBox="1"/>
            <p:nvPr/>
          </p:nvSpPr>
          <p:spPr>
            <a:xfrm>
              <a:off x="3621511" y="5458957"/>
              <a:ext cx="150763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p</a:t>
              </a:r>
              <a:endParaRPr lang="ko-KR" altLang="en-US" sz="1200" dirty="0">
                <a:latin typeface="Tahoma" panose="020B0604030504040204" pitchFamily="34" charset="0"/>
                <a:ea typeface="HY헤드라인M" panose="02030600000101010101" pitchFamily="18" charset="-127"/>
                <a:cs typeface="Tahoma" panose="020B0604030504040204" pitchFamily="34" charset="0"/>
              </a:endParaRPr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73C710C6-4F92-9F97-8912-76FBFA6FB5D0}"/>
                </a:ext>
              </a:extLst>
            </p:cNvPr>
            <p:cNvSpPr txBox="1"/>
            <p:nvPr/>
          </p:nvSpPr>
          <p:spPr>
            <a:xfrm>
              <a:off x="3098997" y="5424194"/>
              <a:ext cx="439909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0.0</a:t>
              </a:r>
              <a:endParaRPr lang="ko-KR" altLang="en-US" sz="1000" dirty="0">
                <a:latin typeface="Tahoma" panose="020B0604030504040204" pitchFamily="34" charset="0"/>
                <a:ea typeface="HY헤드라인M" panose="02030600000101010101" pitchFamily="18" charset="-127"/>
                <a:cs typeface="Tahoma" panose="020B0604030504040204" pitchFamily="34" charset="0"/>
              </a:endParaRPr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B264A171-9E3B-1AA6-481E-8A284405A8D8}"/>
                </a:ext>
              </a:extLst>
            </p:cNvPr>
            <p:cNvSpPr txBox="1"/>
            <p:nvPr/>
          </p:nvSpPr>
          <p:spPr>
            <a:xfrm>
              <a:off x="5136420" y="5421338"/>
              <a:ext cx="439909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0.12</a:t>
              </a:r>
              <a:endParaRPr lang="ko-KR" altLang="en-US" sz="1000" dirty="0">
                <a:latin typeface="Tahoma" panose="020B0604030504040204" pitchFamily="34" charset="0"/>
                <a:ea typeface="HY헤드라인M" panose="02030600000101010101" pitchFamily="18" charset="-127"/>
                <a:cs typeface="Tahoma" panose="020B0604030504040204" pitchFamily="34" charset="0"/>
              </a:endParaRPr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4B01BB77-36F9-3F82-4B8B-5DE70FAA416C}"/>
                </a:ext>
              </a:extLst>
            </p:cNvPr>
            <p:cNvSpPr txBox="1"/>
            <p:nvPr/>
          </p:nvSpPr>
          <p:spPr>
            <a:xfrm>
              <a:off x="3098033" y="3448500"/>
              <a:ext cx="439909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1.0</a:t>
              </a:r>
              <a:endParaRPr lang="ko-KR" altLang="en-US" sz="1000" dirty="0">
                <a:latin typeface="Tahoma" panose="020B0604030504040204" pitchFamily="34" charset="0"/>
                <a:ea typeface="HY헤드라인M" panose="02030600000101010101" pitchFamily="18" charset="-127"/>
                <a:cs typeface="Tahoma" panose="020B0604030504040204" pitchFamily="34" charset="0"/>
              </a:endParaRPr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6B482BEC-6596-BE41-A008-013AEB31CB6D}"/>
                </a:ext>
              </a:extLst>
            </p:cNvPr>
            <p:cNvSpPr txBox="1"/>
            <p:nvPr/>
          </p:nvSpPr>
          <p:spPr>
            <a:xfrm>
              <a:off x="3161562" y="4379937"/>
              <a:ext cx="29679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r</a:t>
              </a:r>
              <a:endParaRPr lang="ko-KR" altLang="en-US" sz="1200" dirty="0">
                <a:latin typeface="Tahoma" panose="020B0604030504040204" pitchFamily="34" charset="0"/>
                <a:ea typeface="HY헤드라인M" panose="02030600000101010101" pitchFamily="18" charset="-127"/>
                <a:cs typeface="Tahoma" panose="020B0604030504040204" pitchFamily="34" charset="0"/>
              </a:endParaRPr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5C5A7824-3EED-99E7-AE41-1DA1F50A9430}"/>
                </a:ext>
              </a:extLst>
            </p:cNvPr>
            <p:cNvSpPr txBox="1"/>
            <p:nvPr/>
          </p:nvSpPr>
          <p:spPr>
            <a:xfrm>
              <a:off x="6018358" y="5458957"/>
              <a:ext cx="150763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p</a:t>
              </a:r>
              <a:endParaRPr lang="ko-KR" altLang="en-US" sz="1200" dirty="0">
                <a:latin typeface="Tahoma" panose="020B0604030504040204" pitchFamily="34" charset="0"/>
                <a:ea typeface="HY헤드라인M" panose="02030600000101010101" pitchFamily="18" charset="-127"/>
                <a:cs typeface="Tahoma" panose="020B0604030504040204" pitchFamily="34" charset="0"/>
              </a:endParaRPr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68CFF782-37F3-A1AE-0069-277DF0D66AAF}"/>
                </a:ext>
              </a:extLst>
            </p:cNvPr>
            <p:cNvSpPr txBox="1"/>
            <p:nvPr/>
          </p:nvSpPr>
          <p:spPr>
            <a:xfrm>
              <a:off x="5495844" y="5424194"/>
              <a:ext cx="439909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0.0</a:t>
              </a:r>
              <a:endParaRPr lang="ko-KR" altLang="en-US" sz="1000" dirty="0">
                <a:latin typeface="Tahoma" panose="020B0604030504040204" pitchFamily="34" charset="0"/>
                <a:ea typeface="HY헤드라인M" panose="02030600000101010101" pitchFamily="18" charset="-127"/>
                <a:cs typeface="Tahoma" panose="020B0604030504040204" pitchFamily="34" charset="0"/>
              </a:endParaRPr>
            </a:p>
          </p:txBody>
        </p: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D99286A2-C0AC-FE6F-D9B0-5910608F2ADE}"/>
                </a:ext>
              </a:extLst>
            </p:cNvPr>
            <p:cNvSpPr txBox="1"/>
            <p:nvPr/>
          </p:nvSpPr>
          <p:spPr>
            <a:xfrm>
              <a:off x="7533267" y="5421338"/>
              <a:ext cx="439909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0.12</a:t>
              </a:r>
              <a:endParaRPr lang="ko-KR" altLang="en-US" sz="1000" dirty="0">
                <a:latin typeface="Tahoma" panose="020B0604030504040204" pitchFamily="34" charset="0"/>
                <a:ea typeface="HY헤드라인M" panose="02030600000101010101" pitchFamily="18" charset="-127"/>
                <a:cs typeface="Tahoma" panose="020B0604030504040204" pitchFamily="34" charset="0"/>
              </a:endParaRPr>
            </a:p>
          </p:txBody>
        </p: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04DD69EE-106F-48E9-EB2E-130ED790FB0B}"/>
                </a:ext>
              </a:extLst>
            </p:cNvPr>
            <p:cNvSpPr txBox="1"/>
            <p:nvPr/>
          </p:nvSpPr>
          <p:spPr>
            <a:xfrm>
              <a:off x="5494880" y="3448500"/>
              <a:ext cx="439909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1.0</a:t>
              </a:r>
              <a:endParaRPr lang="ko-KR" altLang="en-US" sz="1000" dirty="0">
                <a:latin typeface="Tahoma" panose="020B0604030504040204" pitchFamily="34" charset="0"/>
                <a:ea typeface="HY헤드라인M" panose="02030600000101010101" pitchFamily="18" charset="-127"/>
                <a:cs typeface="Tahoma" panose="020B0604030504040204" pitchFamily="34" charset="0"/>
              </a:endParaRPr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8C1FFFFE-7B8A-BCC4-32D9-10B3E1AE2316}"/>
                </a:ext>
              </a:extLst>
            </p:cNvPr>
            <p:cNvSpPr txBox="1"/>
            <p:nvPr/>
          </p:nvSpPr>
          <p:spPr>
            <a:xfrm>
              <a:off x="5558409" y="4379937"/>
              <a:ext cx="29679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r</a:t>
              </a:r>
              <a:endParaRPr lang="ko-KR" altLang="en-US" sz="1200" dirty="0">
                <a:latin typeface="Tahoma" panose="020B0604030504040204" pitchFamily="34" charset="0"/>
                <a:ea typeface="HY헤드라인M" panose="02030600000101010101" pitchFamily="18" charset="-127"/>
                <a:cs typeface="Tahoma" panose="020B0604030504040204" pitchFamily="34" charset="0"/>
              </a:endParaRPr>
            </a:p>
          </p:txBody>
        </p: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F5A56DC6-9A2E-04E1-1271-984E3795EDD1}"/>
                </a:ext>
              </a:extLst>
            </p:cNvPr>
            <p:cNvSpPr txBox="1"/>
            <p:nvPr/>
          </p:nvSpPr>
          <p:spPr>
            <a:xfrm>
              <a:off x="8422363" y="5458957"/>
              <a:ext cx="150763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p</a:t>
              </a:r>
              <a:endParaRPr lang="ko-KR" altLang="en-US" sz="1200" dirty="0">
                <a:latin typeface="Tahoma" panose="020B0604030504040204" pitchFamily="34" charset="0"/>
                <a:ea typeface="HY헤드라인M" panose="02030600000101010101" pitchFamily="18" charset="-127"/>
                <a:cs typeface="Tahoma" panose="020B0604030504040204" pitchFamily="34" charset="0"/>
              </a:endParaRPr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2A6B993E-2EED-AFAC-BEB2-A0671DA52190}"/>
                </a:ext>
              </a:extLst>
            </p:cNvPr>
            <p:cNvSpPr txBox="1"/>
            <p:nvPr/>
          </p:nvSpPr>
          <p:spPr>
            <a:xfrm>
              <a:off x="7899849" y="5424194"/>
              <a:ext cx="439909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0.0</a:t>
              </a:r>
              <a:endParaRPr lang="ko-KR" altLang="en-US" sz="1000" dirty="0">
                <a:latin typeface="Tahoma" panose="020B0604030504040204" pitchFamily="34" charset="0"/>
                <a:ea typeface="HY헤드라인M" panose="02030600000101010101" pitchFamily="18" charset="-127"/>
                <a:cs typeface="Tahoma" panose="020B0604030504040204" pitchFamily="34" charset="0"/>
              </a:endParaRPr>
            </a:p>
          </p:txBody>
        </p: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85AFA832-8589-4867-0FA2-8E9C45147A11}"/>
                </a:ext>
              </a:extLst>
            </p:cNvPr>
            <p:cNvSpPr txBox="1"/>
            <p:nvPr/>
          </p:nvSpPr>
          <p:spPr>
            <a:xfrm>
              <a:off x="9937272" y="5421338"/>
              <a:ext cx="439909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0.12</a:t>
              </a:r>
              <a:endParaRPr lang="ko-KR" altLang="en-US" sz="1000" dirty="0">
                <a:latin typeface="Tahoma" panose="020B0604030504040204" pitchFamily="34" charset="0"/>
                <a:ea typeface="HY헤드라인M" panose="02030600000101010101" pitchFamily="18" charset="-127"/>
                <a:cs typeface="Tahoma" panose="020B0604030504040204" pitchFamily="34" charset="0"/>
              </a:endParaRPr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58763F30-8122-832F-5D88-8D5F53606EBD}"/>
                </a:ext>
              </a:extLst>
            </p:cNvPr>
            <p:cNvSpPr txBox="1"/>
            <p:nvPr/>
          </p:nvSpPr>
          <p:spPr>
            <a:xfrm>
              <a:off x="7898885" y="3448500"/>
              <a:ext cx="439909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1.0</a:t>
              </a:r>
              <a:endParaRPr lang="ko-KR" altLang="en-US" sz="1000" dirty="0">
                <a:latin typeface="Tahoma" panose="020B0604030504040204" pitchFamily="34" charset="0"/>
                <a:ea typeface="HY헤드라인M" panose="02030600000101010101" pitchFamily="18" charset="-127"/>
                <a:cs typeface="Tahoma" panose="020B0604030504040204" pitchFamily="34" charset="0"/>
              </a:endParaRPr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85389FDD-7E23-46C9-0C79-F2C8B08ECE2E}"/>
                </a:ext>
              </a:extLst>
            </p:cNvPr>
            <p:cNvSpPr txBox="1"/>
            <p:nvPr/>
          </p:nvSpPr>
          <p:spPr>
            <a:xfrm>
              <a:off x="7962414" y="4379937"/>
              <a:ext cx="29679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r</a:t>
              </a:r>
              <a:endParaRPr lang="ko-KR" altLang="en-US" sz="1200" dirty="0">
                <a:latin typeface="Tahoma" panose="020B0604030504040204" pitchFamily="34" charset="0"/>
                <a:ea typeface="HY헤드라인M" panose="02030600000101010101" pitchFamily="18" charset="-127"/>
                <a:cs typeface="Tahoma" panose="020B0604030504040204" pitchFamily="34" charset="0"/>
              </a:endParaRPr>
            </a:p>
          </p:txBody>
        </p:sp>
        <p:grpSp>
          <p:nvGrpSpPr>
            <p:cNvPr id="108" name="그룹 107">
              <a:extLst>
                <a:ext uri="{FF2B5EF4-FFF2-40B4-BE49-F238E27FC236}">
                  <a16:creationId xmlns:a16="http://schemas.microsoft.com/office/drawing/2014/main" id="{3BD72932-D067-9D2B-CB4A-F1610A931AE2}"/>
                </a:ext>
              </a:extLst>
            </p:cNvPr>
            <p:cNvGrpSpPr/>
            <p:nvPr/>
          </p:nvGrpSpPr>
          <p:grpSpPr>
            <a:xfrm>
              <a:off x="10377819" y="3358356"/>
              <a:ext cx="868231" cy="2271811"/>
              <a:chOff x="10373710" y="1442546"/>
              <a:chExt cx="868231" cy="2271811"/>
            </a:xfrm>
          </p:grpSpPr>
          <p:pic>
            <p:nvPicPr>
              <p:cNvPr id="109" name="그림 108">
                <a:extLst>
                  <a:ext uri="{FF2B5EF4-FFF2-40B4-BE49-F238E27FC236}">
                    <a16:creationId xmlns:a16="http://schemas.microsoft.com/office/drawing/2014/main" id="{5A0A5366-2744-FD15-2A98-8C78B1571A4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l="84840" t="4256" r="8010" b="9047"/>
              <a:stretch>
                <a:fillRect/>
              </a:stretch>
            </p:blipFill>
            <p:spPr>
              <a:xfrm>
                <a:off x="10373710" y="1442546"/>
                <a:ext cx="217119" cy="2271811"/>
              </a:xfrm>
              <a:prstGeom prst="rect">
                <a:avLst/>
              </a:prstGeom>
            </p:spPr>
          </p:pic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F8732E19-6499-EEBE-2520-A0F65BD916EB}"/>
                  </a:ext>
                </a:extLst>
              </p:cNvPr>
              <p:cNvSpPr txBox="1"/>
              <p:nvPr/>
            </p:nvSpPr>
            <p:spPr>
              <a:xfrm>
                <a:off x="10546687" y="1501829"/>
                <a:ext cx="695254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0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1.0</a:t>
                </a:r>
                <a:endParaRPr lang="ko-KR" altLang="en-US" sz="1000" dirty="0">
                  <a:latin typeface="Tahoma" panose="020B0604030504040204" pitchFamily="34" charset="0"/>
                  <a:ea typeface="HY헤드라인M" panose="02030600000101010101" pitchFamily="18" charset="-127"/>
                  <a:cs typeface="Tahoma" panose="020B0604030504040204" pitchFamily="34" charset="0"/>
                </a:endParaRPr>
              </a:p>
            </p:txBody>
          </p:sp>
          <p:sp>
            <p:nvSpPr>
              <p:cNvPr id="111" name="TextBox 110">
                <a:extLst>
                  <a:ext uri="{FF2B5EF4-FFF2-40B4-BE49-F238E27FC236}">
                    <a16:creationId xmlns:a16="http://schemas.microsoft.com/office/drawing/2014/main" id="{CFB2D521-AB41-A50C-C679-680E60D0D488}"/>
                  </a:ext>
                </a:extLst>
              </p:cNvPr>
              <p:cNvSpPr txBox="1"/>
              <p:nvPr/>
            </p:nvSpPr>
            <p:spPr>
              <a:xfrm>
                <a:off x="10546687" y="1873895"/>
                <a:ext cx="695254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0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0.8</a:t>
                </a:r>
                <a:endParaRPr lang="ko-KR" altLang="en-US" sz="1000" dirty="0">
                  <a:latin typeface="Tahoma" panose="020B0604030504040204" pitchFamily="34" charset="0"/>
                  <a:ea typeface="HY헤드라인M" panose="02030600000101010101" pitchFamily="18" charset="-127"/>
                  <a:cs typeface="Tahoma" panose="020B0604030504040204" pitchFamily="34" charset="0"/>
                </a:endParaRPr>
              </a:p>
            </p:txBody>
          </p:sp>
          <p:sp>
            <p:nvSpPr>
              <p:cNvPr id="112" name="TextBox 111">
                <a:extLst>
                  <a:ext uri="{FF2B5EF4-FFF2-40B4-BE49-F238E27FC236}">
                    <a16:creationId xmlns:a16="http://schemas.microsoft.com/office/drawing/2014/main" id="{CE4BB85E-FC44-CDF1-A3A7-C0E83082146F}"/>
                  </a:ext>
                </a:extLst>
              </p:cNvPr>
              <p:cNvSpPr txBox="1"/>
              <p:nvPr/>
            </p:nvSpPr>
            <p:spPr>
              <a:xfrm>
                <a:off x="10546687" y="2271185"/>
                <a:ext cx="695254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0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0.6</a:t>
                </a:r>
                <a:endParaRPr lang="ko-KR" altLang="en-US" sz="1000" dirty="0">
                  <a:latin typeface="Tahoma" panose="020B0604030504040204" pitchFamily="34" charset="0"/>
                  <a:ea typeface="HY헤드라인M" panose="02030600000101010101" pitchFamily="18" charset="-127"/>
                  <a:cs typeface="Tahoma" panose="020B0604030504040204" pitchFamily="34" charset="0"/>
                </a:endParaRPr>
              </a:p>
            </p:txBody>
          </p:sp>
          <p:sp>
            <p:nvSpPr>
              <p:cNvPr id="113" name="TextBox 112">
                <a:extLst>
                  <a:ext uri="{FF2B5EF4-FFF2-40B4-BE49-F238E27FC236}">
                    <a16:creationId xmlns:a16="http://schemas.microsoft.com/office/drawing/2014/main" id="{E6AB98FE-CBE9-5425-47E7-4E5C31C5A955}"/>
                  </a:ext>
                </a:extLst>
              </p:cNvPr>
              <p:cNvSpPr txBox="1"/>
              <p:nvPr/>
            </p:nvSpPr>
            <p:spPr>
              <a:xfrm>
                <a:off x="10546687" y="2652378"/>
                <a:ext cx="695254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0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0.4</a:t>
                </a:r>
                <a:endParaRPr lang="ko-KR" altLang="en-US" sz="1000" dirty="0">
                  <a:latin typeface="Tahoma" panose="020B0604030504040204" pitchFamily="34" charset="0"/>
                  <a:ea typeface="HY헤드라인M" panose="02030600000101010101" pitchFamily="18" charset="-127"/>
                  <a:cs typeface="Tahoma" panose="020B0604030504040204" pitchFamily="34" charset="0"/>
                </a:endParaRPr>
              </a:p>
            </p:txBody>
          </p:sp>
          <p:sp>
            <p:nvSpPr>
              <p:cNvPr id="114" name="TextBox 113">
                <a:extLst>
                  <a:ext uri="{FF2B5EF4-FFF2-40B4-BE49-F238E27FC236}">
                    <a16:creationId xmlns:a16="http://schemas.microsoft.com/office/drawing/2014/main" id="{7451780A-D77A-BD53-2FB4-110C378E2B10}"/>
                  </a:ext>
                </a:extLst>
              </p:cNvPr>
              <p:cNvSpPr txBox="1"/>
              <p:nvPr/>
            </p:nvSpPr>
            <p:spPr>
              <a:xfrm>
                <a:off x="10546687" y="3042051"/>
                <a:ext cx="695254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0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0.2</a:t>
                </a:r>
                <a:endParaRPr lang="ko-KR" altLang="en-US" sz="1000" dirty="0">
                  <a:latin typeface="Tahoma" panose="020B0604030504040204" pitchFamily="34" charset="0"/>
                  <a:ea typeface="HY헤드라인M" panose="02030600000101010101" pitchFamily="18" charset="-127"/>
                  <a:cs typeface="Tahoma" panose="020B0604030504040204" pitchFamily="34" charset="0"/>
                </a:endParaRPr>
              </a:p>
            </p:txBody>
          </p:sp>
          <p:sp>
            <p:nvSpPr>
              <p:cNvPr id="115" name="TextBox 114">
                <a:extLst>
                  <a:ext uri="{FF2B5EF4-FFF2-40B4-BE49-F238E27FC236}">
                    <a16:creationId xmlns:a16="http://schemas.microsoft.com/office/drawing/2014/main" id="{EB9FB0F1-DD5D-92E4-E7B1-4625C97D2694}"/>
                  </a:ext>
                </a:extLst>
              </p:cNvPr>
              <p:cNvSpPr txBox="1"/>
              <p:nvPr/>
            </p:nvSpPr>
            <p:spPr>
              <a:xfrm>
                <a:off x="10546687" y="3422346"/>
                <a:ext cx="695254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0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0.0</a:t>
                </a:r>
                <a:endParaRPr lang="ko-KR" altLang="en-US" sz="1000" dirty="0">
                  <a:latin typeface="Tahoma" panose="020B0604030504040204" pitchFamily="34" charset="0"/>
                  <a:ea typeface="HY헤드라인M" panose="02030600000101010101" pitchFamily="18" charset="-127"/>
                  <a:cs typeface="Tahoma" panose="020B0604030504040204" pitchFamily="34" charset="0"/>
                </a:endParaRPr>
              </a:p>
            </p:txBody>
          </p:sp>
          <p:sp>
            <p:nvSpPr>
              <p:cNvPr id="116" name="TextBox 115">
                <a:extLst>
                  <a:ext uri="{FF2B5EF4-FFF2-40B4-BE49-F238E27FC236}">
                    <a16:creationId xmlns:a16="http://schemas.microsoft.com/office/drawing/2014/main" id="{CD1EAD27-E5CF-801C-6F14-1BE7A5F20AC4}"/>
                  </a:ext>
                </a:extLst>
              </p:cNvPr>
              <p:cNvSpPr txBox="1"/>
              <p:nvPr/>
            </p:nvSpPr>
            <p:spPr>
              <a:xfrm rot="16200000">
                <a:off x="10529190" y="2480564"/>
                <a:ext cx="876752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0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Parameter</a:t>
                </a:r>
                <a:endParaRPr lang="ko-KR" altLang="en-US" sz="1000" dirty="0">
                  <a:latin typeface="Tahoma" panose="020B0604030504040204" pitchFamily="34" charset="0"/>
                  <a:ea typeface="HY헤드라인M" panose="02030600000101010101" pitchFamily="18" charset="-127"/>
                  <a:cs typeface="Tahoma" panose="020B0604030504040204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7217256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96</TotalTime>
  <Words>141</Words>
  <Application>Microsoft Office PowerPoint</Application>
  <PresentationFormat>와이드스크린</PresentationFormat>
  <Paragraphs>63</Paragraphs>
  <Slides>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5" baseType="lpstr">
      <vt:lpstr>맑은 고딕</vt:lpstr>
      <vt:lpstr>Arial</vt:lpstr>
      <vt:lpstr>Tahoma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상호 임</dc:creator>
  <cp:lastModifiedBy>상호 임</cp:lastModifiedBy>
  <cp:revision>6</cp:revision>
  <dcterms:created xsi:type="dcterms:W3CDTF">2026-09-08T13:15:46Z</dcterms:created>
  <dcterms:modified xsi:type="dcterms:W3CDTF">2026-09-08T15:36:14Z</dcterms:modified>
</cp:coreProperties>
</file>